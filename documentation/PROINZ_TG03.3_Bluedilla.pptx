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1"/>
    <p:sldMasterId id="2147483696" r:id="rId2"/>
  </p:sldMasterIdLst>
  <p:notesMasterIdLst>
    <p:notesMasterId r:id="rId20"/>
  </p:notesMasterIdLst>
  <p:sldIdLst>
    <p:sldId id="265" r:id="rId3"/>
    <p:sldId id="257" r:id="rId4"/>
    <p:sldId id="267" r:id="rId5"/>
    <p:sldId id="268" r:id="rId6"/>
    <p:sldId id="276" r:id="rId7"/>
    <p:sldId id="277" r:id="rId8"/>
    <p:sldId id="278" r:id="rId9"/>
    <p:sldId id="279" r:id="rId10"/>
    <p:sldId id="281" r:id="rId11"/>
    <p:sldId id="283" r:id="rId12"/>
    <p:sldId id="284" r:id="rId13"/>
    <p:sldId id="275" r:id="rId14"/>
    <p:sldId id="260" r:id="rId15"/>
    <p:sldId id="286" r:id="rId16"/>
    <p:sldId id="287" r:id="rId17"/>
    <p:sldId id="288" r:id="rId18"/>
    <p:sldId id="26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5" autoAdjust="0"/>
    <p:restoredTop sz="97366" autoAdjust="0"/>
  </p:normalViewPr>
  <p:slideViewPr>
    <p:cSldViewPr snapToGrid="0">
      <p:cViewPr>
        <p:scale>
          <a:sx n="76" d="100"/>
          <a:sy n="76" d="100"/>
        </p:scale>
        <p:origin x="956" y="60"/>
      </p:cViewPr>
      <p:guideLst/>
    </p:cSldViewPr>
  </p:slideViewPr>
  <p:outlineViewPr>
    <p:cViewPr>
      <p:scale>
        <a:sx n="33" d="100"/>
        <a:sy n="33" d="100"/>
      </p:scale>
      <p:origin x="0" y="-45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49044A-37ED-4056-9282-28CE2A5EFA6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32EDA33-4EC6-4344-95FA-0F258C5F4653}">
      <dgm:prSet phldrT="[Text]"/>
      <dgm:spPr/>
      <dgm:t>
        <a:bodyPr/>
        <a:lstStyle/>
        <a:p>
          <a:r>
            <a:rPr lang="hr-HR" dirty="0"/>
            <a:t>13.10.2025 – 22.10.2025</a:t>
          </a:r>
          <a:endParaRPr lang="en-GB" dirty="0"/>
        </a:p>
      </dgm:t>
    </dgm:pt>
    <dgm:pt modelId="{936113A7-3839-49A8-8E27-8C6A8586C9B7}" type="parTrans" cxnId="{4D2865F9-045D-4F49-8BB2-28A7AC9EF672}">
      <dgm:prSet/>
      <dgm:spPr/>
      <dgm:t>
        <a:bodyPr/>
        <a:lstStyle/>
        <a:p>
          <a:endParaRPr lang="en-GB"/>
        </a:p>
      </dgm:t>
    </dgm:pt>
    <dgm:pt modelId="{F7ED9D18-B5CB-4EED-BC0A-305E07AFBCB8}" type="sibTrans" cxnId="{4D2865F9-045D-4F49-8BB2-28A7AC9EF672}">
      <dgm:prSet/>
      <dgm:spPr/>
      <dgm:t>
        <a:bodyPr/>
        <a:lstStyle/>
        <a:p>
          <a:endParaRPr lang="en-GB"/>
        </a:p>
      </dgm:t>
    </dgm:pt>
    <dgm:pt modelId="{86F7B40D-5E12-4BEE-B074-C89F4889B209}">
      <dgm:prSet phldrT="[Text]"/>
      <dgm:spPr/>
      <dgm:t>
        <a:bodyPr/>
        <a:lstStyle/>
        <a:p>
          <a:r>
            <a:rPr lang="hr-HR" dirty="0"/>
            <a:t>Funkcionalni/Nefunkcioni zahtjevi</a:t>
          </a:r>
          <a:endParaRPr lang="en-GB" dirty="0"/>
        </a:p>
      </dgm:t>
    </dgm:pt>
    <dgm:pt modelId="{40350054-A8D3-4FFE-93F3-FAC945903AE7}" type="parTrans" cxnId="{FBA22319-A850-4751-BB4F-2F7743AEE0DC}">
      <dgm:prSet/>
      <dgm:spPr/>
      <dgm:t>
        <a:bodyPr/>
        <a:lstStyle/>
        <a:p>
          <a:endParaRPr lang="en-GB"/>
        </a:p>
      </dgm:t>
    </dgm:pt>
    <dgm:pt modelId="{189812DE-A726-45FE-B1E4-F505D8E82E24}" type="sibTrans" cxnId="{FBA22319-A850-4751-BB4F-2F7743AEE0DC}">
      <dgm:prSet/>
      <dgm:spPr/>
      <dgm:t>
        <a:bodyPr/>
        <a:lstStyle/>
        <a:p>
          <a:endParaRPr lang="en-GB"/>
        </a:p>
      </dgm:t>
    </dgm:pt>
    <dgm:pt modelId="{E6F8CAE0-583D-4B91-937A-2F95C89489B1}">
      <dgm:prSet phldrT="[Text]"/>
      <dgm:spPr/>
      <dgm:t>
        <a:bodyPr/>
        <a:lstStyle/>
        <a:p>
          <a:r>
            <a:rPr lang="hr-HR" dirty="0"/>
            <a:t>Početni OAuth</a:t>
          </a:r>
          <a:endParaRPr lang="en-GB" dirty="0"/>
        </a:p>
      </dgm:t>
    </dgm:pt>
    <dgm:pt modelId="{8E05FAD4-388E-4251-A303-EF35FF45F685}" type="parTrans" cxnId="{DD828E3B-368C-4066-B2F9-799F575762D7}">
      <dgm:prSet/>
      <dgm:spPr/>
      <dgm:t>
        <a:bodyPr/>
        <a:lstStyle/>
        <a:p>
          <a:endParaRPr lang="en-GB"/>
        </a:p>
      </dgm:t>
    </dgm:pt>
    <dgm:pt modelId="{285D9D59-EA42-41AF-ABED-10C4766AEE2A}" type="sibTrans" cxnId="{DD828E3B-368C-4066-B2F9-799F575762D7}">
      <dgm:prSet/>
      <dgm:spPr/>
      <dgm:t>
        <a:bodyPr/>
        <a:lstStyle/>
        <a:p>
          <a:endParaRPr lang="en-GB"/>
        </a:p>
      </dgm:t>
    </dgm:pt>
    <dgm:pt modelId="{37987A0A-C7A3-49FD-A4D1-D58CB910C90A}">
      <dgm:prSet phldrT="[Text]"/>
      <dgm:spPr/>
      <dgm:t>
        <a:bodyPr/>
        <a:lstStyle/>
        <a:p>
          <a:r>
            <a:rPr lang="hr-HR" dirty="0"/>
            <a:t>22.10.2025. – 31.10.2025.</a:t>
          </a:r>
          <a:endParaRPr lang="en-GB" dirty="0"/>
        </a:p>
      </dgm:t>
    </dgm:pt>
    <dgm:pt modelId="{453F0E76-F0E0-4D30-BCDE-2A2DAC4C8DC4}" type="parTrans" cxnId="{59E8BB0C-3757-4748-AA02-9AB78A629E71}">
      <dgm:prSet/>
      <dgm:spPr/>
      <dgm:t>
        <a:bodyPr/>
        <a:lstStyle/>
        <a:p>
          <a:endParaRPr lang="en-GB"/>
        </a:p>
      </dgm:t>
    </dgm:pt>
    <dgm:pt modelId="{B1D5FB1A-43E0-4347-B020-1F3B41F64F17}" type="sibTrans" cxnId="{59E8BB0C-3757-4748-AA02-9AB78A629E71}">
      <dgm:prSet/>
      <dgm:spPr/>
      <dgm:t>
        <a:bodyPr/>
        <a:lstStyle/>
        <a:p>
          <a:endParaRPr lang="en-GB"/>
        </a:p>
      </dgm:t>
    </dgm:pt>
    <dgm:pt modelId="{439EAB0B-5CA6-41F5-B439-A3B811E32758}">
      <dgm:prSet phldrT="[Text]"/>
      <dgm:spPr/>
      <dgm:t>
        <a:bodyPr/>
        <a:lstStyle/>
        <a:p>
          <a:r>
            <a:rPr lang="hr-HR" dirty="0"/>
            <a:t>SpringBoot setup</a:t>
          </a:r>
          <a:endParaRPr lang="en-GB" dirty="0"/>
        </a:p>
      </dgm:t>
    </dgm:pt>
    <dgm:pt modelId="{D23D02E8-E73A-4904-BB34-6CAB17BA7773}" type="parTrans" cxnId="{173866D6-FD31-451D-A498-C4D83FAA4C4C}">
      <dgm:prSet/>
      <dgm:spPr/>
      <dgm:t>
        <a:bodyPr/>
        <a:lstStyle/>
        <a:p>
          <a:endParaRPr lang="en-GB"/>
        </a:p>
      </dgm:t>
    </dgm:pt>
    <dgm:pt modelId="{40C14481-DC11-4D8C-B138-8E3B3872D510}" type="sibTrans" cxnId="{173866D6-FD31-451D-A498-C4D83FAA4C4C}">
      <dgm:prSet/>
      <dgm:spPr/>
      <dgm:t>
        <a:bodyPr/>
        <a:lstStyle/>
        <a:p>
          <a:endParaRPr lang="en-GB"/>
        </a:p>
      </dgm:t>
    </dgm:pt>
    <dgm:pt modelId="{6A96786D-51E6-4E72-997D-ED6BB09061E2}">
      <dgm:prSet phldrT="[Text]"/>
      <dgm:spPr/>
      <dgm:t>
        <a:bodyPr/>
        <a:lstStyle/>
        <a:p>
          <a:r>
            <a:rPr lang="hr-HR" dirty="0"/>
            <a:t>Početna baza</a:t>
          </a:r>
          <a:endParaRPr lang="en-GB" dirty="0"/>
        </a:p>
      </dgm:t>
    </dgm:pt>
    <dgm:pt modelId="{6240EAAE-AAB7-4AD4-9700-CC8FE9C85C5B}" type="parTrans" cxnId="{BB2CB2A0-D334-4EAA-B32B-204552A01075}">
      <dgm:prSet/>
      <dgm:spPr/>
      <dgm:t>
        <a:bodyPr/>
        <a:lstStyle/>
        <a:p>
          <a:endParaRPr lang="en-GB"/>
        </a:p>
      </dgm:t>
    </dgm:pt>
    <dgm:pt modelId="{114A1F58-D2AB-4D9C-A91C-D563D3F3924A}" type="sibTrans" cxnId="{BB2CB2A0-D334-4EAA-B32B-204552A01075}">
      <dgm:prSet/>
      <dgm:spPr/>
      <dgm:t>
        <a:bodyPr/>
        <a:lstStyle/>
        <a:p>
          <a:endParaRPr lang="en-GB"/>
        </a:p>
      </dgm:t>
    </dgm:pt>
    <dgm:pt modelId="{81153115-D782-4B35-98E1-61FF6CB661CC}">
      <dgm:prSet phldrT="[Text]"/>
      <dgm:spPr/>
      <dgm:t>
        <a:bodyPr/>
        <a:lstStyle/>
        <a:p>
          <a:r>
            <a:rPr lang="hr-HR" dirty="0"/>
            <a:t>31.10.2025. – 9.11.2025.</a:t>
          </a:r>
          <a:endParaRPr lang="en-GB" dirty="0"/>
        </a:p>
      </dgm:t>
    </dgm:pt>
    <dgm:pt modelId="{58B6C2F1-5B14-49CE-8DA4-ED7C63654F89}" type="parTrans" cxnId="{D4D88F73-4863-4C43-BB7A-511DCCD19837}">
      <dgm:prSet/>
      <dgm:spPr/>
      <dgm:t>
        <a:bodyPr/>
        <a:lstStyle/>
        <a:p>
          <a:endParaRPr lang="en-GB"/>
        </a:p>
      </dgm:t>
    </dgm:pt>
    <dgm:pt modelId="{9A9A15F8-C4B7-4752-97C2-B99FDA82C2F2}" type="sibTrans" cxnId="{D4D88F73-4863-4C43-BB7A-511DCCD19837}">
      <dgm:prSet/>
      <dgm:spPr/>
      <dgm:t>
        <a:bodyPr/>
        <a:lstStyle/>
        <a:p>
          <a:endParaRPr lang="en-GB"/>
        </a:p>
      </dgm:t>
    </dgm:pt>
    <dgm:pt modelId="{41CD51CE-4C62-4264-B432-7B3389383E63}">
      <dgm:prSet phldrT="[Text]"/>
      <dgm:spPr/>
      <dgm:t>
        <a:bodyPr/>
        <a:lstStyle/>
        <a:p>
          <a:r>
            <a:rPr lang="hr-HR" dirty="0"/>
            <a:t>Završni </a:t>
          </a:r>
          <a:r>
            <a:rPr lang="hr-HR" dirty="0" err="1"/>
            <a:t>Oauth</a:t>
          </a:r>
          <a:endParaRPr lang="en-GB" dirty="0"/>
        </a:p>
      </dgm:t>
    </dgm:pt>
    <dgm:pt modelId="{9D0D5165-0C29-43AB-8528-FAADBC661911}" type="parTrans" cxnId="{16F21CF1-5EF6-4203-B69E-8BEEA9C20C11}">
      <dgm:prSet/>
      <dgm:spPr/>
      <dgm:t>
        <a:bodyPr/>
        <a:lstStyle/>
        <a:p>
          <a:endParaRPr lang="en-GB"/>
        </a:p>
      </dgm:t>
    </dgm:pt>
    <dgm:pt modelId="{A1242F68-18A3-4CE2-B6E1-76327476BD48}" type="sibTrans" cxnId="{16F21CF1-5EF6-4203-B69E-8BEEA9C20C11}">
      <dgm:prSet/>
      <dgm:spPr/>
      <dgm:t>
        <a:bodyPr/>
        <a:lstStyle/>
        <a:p>
          <a:endParaRPr lang="en-GB"/>
        </a:p>
      </dgm:t>
    </dgm:pt>
    <dgm:pt modelId="{07B6EEF0-913F-4527-A13D-961F9DFB79C2}">
      <dgm:prSet phldrT="[Text]"/>
      <dgm:spPr/>
      <dgm:t>
        <a:bodyPr/>
        <a:lstStyle/>
        <a:p>
          <a:r>
            <a:rPr lang="hr-HR" dirty="0"/>
            <a:t>Login stranica, početna stranica</a:t>
          </a:r>
          <a:endParaRPr lang="en-GB" dirty="0"/>
        </a:p>
      </dgm:t>
    </dgm:pt>
    <dgm:pt modelId="{E1A82DD2-BE63-46D2-A24F-20499E193B2B}" type="parTrans" cxnId="{23A9EF34-EC7B-44DB-B04C-94BF787F1765}">
      <dgm:prSet/>
      <dgm:spPr/>
      <dgm:t>
        <a:bodyPr/>
        <a:lstStyle/>
        <a:p>
          <a:endParaRPr lang="en-GB"/>
        </a:p>
      </dgm:t>
    </dgm:pt>
    <dgm:pt modelId="{0275FFEA-C328-4B57-8DD4-11A68690D72F}" type="sibTrans" cxnId="{23A9EF34-EC7B-44DB-B04C-94BF787F1765}">
      <dgm:prSet/>
      <dgm:spPr/>
      <dgm:t>
        <a:bodyPr/>
        <a:lstStyle/>
        <a:p>
          <a:endParaRPr lang="en-GB"/>
        </a:p>
      </dgm:t>
    </dgm:pt>
    <dgm:pt modelId="{ADA45F0B-E1DF-47A4-93D1-421C9097AC26}">
      <dgm:prSet phldrT="[Text]"/>
      <dgm:spPr/>
      <dgm:t>
        <a:bodyPr/>
        <a:lstStyle/>
        <a:p>
          <a:r>
            <a:rPr lang="hr-HR" dirty="0"/>
            <a:t>Dijagram obrazaca uporabe, sekvencijski dijagrami</a:t>
          </a:r>
          <a:endParaRPr lang="en-GB" dirty="0"/>
        </a:p>
      </dgm:t>
    </dgm:pt>
    <dgm:pt modelId="{8C5FA18E-356B-45F3-8420-589E234A6A1C}" type="parTrans" cxnId="{E6E3AA03-7289-4132-8901-5970A9B5ACEA}">
      <dgm:prSet/>
      <dgm:spPr/>
      <dgm:t>
        <a:bodyPr/>
        <a:lstStyle/>
        <a:p>
          <a:endParaRPr lang="en-GB"/>
        </a:p>
      </dgm:t>
    </dgm:pt>
    <dgm:pt modelId="{D4A536F8-5ED6-4209-8A97-7A24D62300CC}" type="sibTrans" cxnId="{E6E3AA03-7289-4132-8901-5970A9B5ACEA}">
      <dgm:prSet/>
      <dgm:spPr/>
      <dgm:t>
        <a:bodyPr/>
        <a:lstStyle/>
        <a:p>
          <a:endParaRPr lang="en-GB"/>
        </a:p>
      </dgm:t>
    </dgm:pt>
    <dgm:pt modelId="{DF6D5B4D-899D-4973-8D7A-7445E3261597}">
      <dgm:prSet phldrT="[Text]"/>
      <dgm:spPr/>
      <dgm:t>
        <a:bodyPr/>
        <a:lstStyle/>
        <a:p>
          <a:r>
            <a:rPr lang="hr-HR" dirty="0"/>
            <a:t>Dijagrami razreda</a:t>
          </a:r>
          <a:endParaRPr lang="en-GB" dirty="0"/>
        </a:p>
      </dgm:t>
    </dgm:pt>
    <dgm:pt modelId="{91835A60-054B-4A5F-9A3D-2EEA02F18A85}" type="parTrans" cxnId="{8E4CE394-DBD3-4703-9C7F-203E9F54DC45}">
      <dgm:prSet/>
      <dgm:spPr/>
      <dgm:t>
        <a:bodyPr/>
        <a:lstStyle/>
        <a:p>
          <a:endParaRPr lang="en-GB"/>
        </a:p>
      </dgm:t>
    </dgm:pt>
    <dgm:pt modelId="{27B345B5-9E21-437A-B316-EDB70121D168}" type="sibTrans" cxnId="{8E4CE394-DBD3-4703-9C7F-203E9F54DC45}">
      <dgm:prSet/>
      <dgm:spPr/>
      <dgm:t>
        <a:bodyPr/>
        <a:lstStyle/>
        <a:p>
          <a:endParaRPr lang="en-GB"/>
        </a:p>
      </dgm:t>
    </dgm:pt>
    <dgm:pt modelId="{FDF4A876-2FC8-43CE-9AE7-92D22FE0E5AF}">
      <dgm:prSet phldrT="[Text]"/>
      <dgm:spPr/>
      <dgm:t>
        <a:bodyPr/>
        <a:lstStyle/>
        <a:p>
          <a:r>
            <a:rPr lang="hr-HR" dirty="0"/>
            <a:t>10.11.2025 – 14.11.2025.</a:t>
          </a:r>
          <a:endParaRPr lang="en-GB" dirty="0"/>
        </a:p>
      </dgm:t>
    </dgm:pt>
    <dgm:pt modelId="{B9519B69-1029-4D13-A371-68D39F7CBDC9}" type="parTrans" cxnId="{B4F52C80-C404-4D53-A2AF-4ECC2FA478B4}">
      <dgm:prSet/>
      <dgm:spPr/>
      <dgm:t>
        <a:bodyPr/>
        <a:lstStyle/>
        <a:p>
          <a:endParaRPr lang="en-GB"/>
        </a:p>
      </dgm:t>
    </dgm:pt>
    <dgm:pt modelId="{2FD35956-1616-4F60-B4D6-09DE2C90261B}" type="sibTrans" cxnId="{B4F52C80-C404-4D53-A2AF-4ECC2FA478B4}">
      <dgm:prSet/>
      <dgm:spPr/>
      <dgm:t>
        <a:bodyPr/>
        <a:lstStyle/>
        <a:p>
          <a:endParaRPr lang="en-GB"/>
        </a:p>
      </dgm:t>
    </dgm:pt>
    <dgm:pt modelId="{A9C1EDA6-7BFE-451A-876C-928959E98AB8}">
      <dgm:prSet phldrT="[Text]"/>
      <dgm:spPr/>
      <dgm:t>
        <a:bodyPr/>
        <a:lstStyle/>
        <a:p>
          <a:r>
            <a:rPr lang="hr-HR" dirty="0"/>
            <a:t>Arhitektura sustava</a:t>
          </a:r>
          <a:endParaRPr lang="en-GB" dirty="0"/>
        </a:p>
      </dgm:t>
    </dgm:pt>
    <dgm:pt modelId="{654E0F91-E891-4859-9D26-10FC51126CB0}" type="parTrans" cxnId="{A1EE7F5B-3FE4-4B6E-BDF0-016A8E0FA000}">
      <dgm:prSet/>
      <dgm:spPr/>
      <dgm:t>
        <a:bodyPr/>
        <a:lstStyle/>
        <a:p>
          <a:endParaRPr lang="en-GB"/>
        </a:p>
      </dgm:t>
    </dgm:pt>
    <dgm:pt modelId="{A7DD5498-4DD5-453C-8BF4-F15D4C217B74}" type="sibTrans" cxnId="{A1EE7F5B-3FE4-4B6E-BDF0-016A8E0FA000}">
      <dgm:prSet/>
      <dgm:spPr/>
      <dgm:t>
        <a:bodyPr/>
        <a:lstStyle/>
        <a:p>
          <a:endParaRPr lang="en-GB"/>
        </a:p>
      </dgm:t>
    </dgm:pt>
    <dgm:pt modelId="{6CC6CC50-2F3E-4B5A-AD2C-7C81A6E521BB}">
      <dgm:prSet phldrT="[Text]"/>
      <dgm:spPr/>
      <dgm:t>
        <a:bodyPr/>
        <a:lstStyle/>
        <a:p>
          <a:r>
            <a:rPr lang="hr-HR" dirty="0"/>
            <a:t>Deployment</a:t>
          </a:r>
          <a:endParaRPr lang="en-GB" dirty="0"/>
        </a:p>
      </dgm:t>
    </dgm:pt>
    <dgm:pt modelId="{BD1F1631-E953-4CF6-8C63-932CC3C0BB99}" type="parTrans" cxnId="{4DFA0C58-1D22-4CFF-8DEA-33237EF1E2FA}">
      <dgm:prSet/>
      <dgm:spPr/>
      <dgm:t>
        <a:bodyPr/>
        <a:lstStyle/>
        <a:p>
          <a:endParaRPr lang="en-GB"/>
        </a:p>
      </dgm:t>
    </dgm:pt>
    <dgm:pt modelId="{B08822D0-BB73-4DFB-B127-4BA6D2EA8FBF}" type="sibTrans" cxnId="{4DFA0C58-1D22-4CFF-8DEA-33237EF1E2FA}">
      <dgm:prSet/>
      <dgm:spPr/>
      <dgm:t>
        <a:bodyPr/>
        <a:lstStyle/>
        <a:p>
          <a:endParaRPr lang="en-GB"/>
        </a:p>
      </dgm:t>
    </dgm:pt>
    <dgm:pt modelId="{F111170D-A17D-4BDE-886A-379FFDF6307C}">
      <dgm:prSet phldrT="[Text]"/>
      <dgm:spPr/>
      <dgm:t>
        <a:bodyPr/>
        <a:lstStyle/>
        <a:p>
          <a:r>
            <a:rPr lang="hr-HR"/>
            <a:t>Kreiranje recenzija</a:t>
          </a:r>
          <a:endParaRPr lang="en-GB" dirty="0"/>
        </a:p>
      </dgm:t>
    </dgm:pt>
    <dgm:pt modelId="{E83B9F02-1D5C-41B4-B5D9-E47FE3DE2FFC}" type="parTrans" cxnId="{530918B4-B1C1-46F9-8217-4448227E367D}">
      <dgm:prSet/>
      <dgm:spPr/>
      <dgm:t>
        <a:bodyPr/>
        <a:lstStyle/>
        <a:p>
          <a:endParaRPr lang="en-US"/>
        </a:p>
      </dgm:t>
    </dgm:pt>
    <dgm:pt modelId="{A9DDAE2A-9055-44F1-9C76-5DDAA3EBAD46}" type="sibTrans" cxnId="{530918B4-B1C1-46F9-8217-4448227E367D}">
      <dgm:prSet/>
      <dgm:spPr/>
      <dgm:t>
        <a:bodyPr/>
        <a:lstStyle/>
        <a:p>
          <a:endParaRPr lang="en-US"/>
        </a:p>
      </dgm:t>
    </dgm:pt>
    <dgm:pt modelId="{710E0F20-7661-41D4-803F-5AD433ED4CAF}" type="pres">
      <dgm:prSet presAssocID="{B149044A-37ED-4056-9282-28CE2A5EFA6E}" presName="Name0" presStyleCnt="0">
        <dgm:presLayoutVars>
          <dgm:dir/>
          <dgm:animLvl val="lvl"/>
          <dgm:resizeHandles val="exact"/>
        </dgm:presLayoutVars>
      </dgm:prSet>
      <dgm:spPr/>
    </dgm:pt>
    <dgm:pt modelId="{8000B841-FC18-48CA-A5DC-4B10727C6CBE}" type="pres">
      <dgm:prSet presAssocID="{B149044A-37ED-4056-9282-28CE2A5EFA6E}" presName="tSp" presStyleCnt="0"/>
      <dgm:spPr/>
    </dgm:pt>
    <dgm:pt modelId="{44DEBBFD-0501-4162-B445-2A529089B5C4}" type="pres">
      <dgm:prSet presAssocID="{B149044A-37ED-4056-9282-28CE2A5EFA6E}" presName="bSp" presStyleCnt="0"/>
      <dgm:spPr/>
    </dgm:pt>
    <dgm:pt modelId="{F975ED1A-DC8B-413A-AD11-7CA8F9BC7FC2}" type="pres">
      <dgm:prSet presAssocID="{B149044A-37ED-4056-9282-28CE2A5EFA6E}" presName="process" presStyleCnt="0"/>
      <dgm:spPr/>
    </dgm:pt>
    <dgm:pt modelId="{5F4EE893-9BFF-49DC-9B1D-E0227A3A56E0}" type="pres">
      <dgm:prSet presAssocID="{332EDA33-4EC6-4344-95FA-0F258C5F4653}" presName="composite1" presStyleCnt="0"/>
      <dgm:spPr/>
    </dgm:pt>
    <dgm:pt modelId="{EA78A807-CE4F-4D4C-93D5-AA5F4FBAD973}" type="pres">
      <dgm:prSet presAssocID="{332EDA33-4EC6-4344-95FA-0F258C5F4653}" presName="dummyNode1" presStyleLbl="node1" presStyleIdx="0" presStyleCnt="4"/>
      <dgm:spPr/>
    </dgm:pt>
    <dgm:pt modelId="{487EACB2-B12F-4BE3-BD9B-F0E1B404F74B}" type="pres">
      <dgm:prSet presAssocID="{332EDA33-4EC6-4344-95FA-0F258C5F4653}" presName="childNode1" presStyleLbl="bgAcc1" presStyleIdx="0" presStyleCnt="4">
        <dgm:presLayoutVars>
          <dgm:bulletEnabled val="1"/>
        </dgm:presLayoutVars>
      </dgm:prSet>
      <dgm:spPr/>
    </dgm:pt>
    <dgm:pt modelId="{EF7F6230-39FA-40E8-B9F7-1651BF1E30C0}" type="pres">
      <dgm:prSet presAssocID="{332EDA33-4EC6-4344-95FA-0F258C5F4653}" presName="childNode1tx" presStyleLbl="bgAcc1" presStyleIdx="0" presStyleCnt="4">
        <dgm:presLayoutVars>
          <dgm:bulletEnabled val="1"/>
        </dgm:presLayoutVars>
      </dgm:prSet>
      <dgm:spPr/>
    </dgm:pt>
    <dgm:pt modelId="{90BEEAFF-4DE0-4B42-9DB6-F27A9CF3B7D7}" type="pres">
      <dgm:prSet presAssocID="{332EDA33-4EC6-4344-95FA-0F258C5F4653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0D23203A-BA95-43ED-B365-CA03129A727E}" type="pres">
      <dgm:prSet presAssocID="{332EDA33-4EC6-4344-95FA-0F258C5F4653}" presName="connSite1" presStyleCnt="0"/>
      <dgm:spPr/>
    </dgm:pt>
    <dgm:pt modelId="{2432D2B4-2EDC-434B-B33A-03DEE845E8AC}" type="pres">
      <dgm:prSet presAssocID="{F7ED9D18-B5CB-4EED-BC0A-305E07AFBCB8}" presName="Name9" presStyleLbl="sibTrans2D1" presStyleIdx="0" presStyleCnt="3"/>
      <dgm:spPr/>
    </dgm:pt>
    <dgm:pt modelId="{291B418F-1979-471B-ABEC-CD77F10C9492}" type="pres">
      <dgm:prSet presAssocID="{37987A0A-C7A3-49FD-A4D1-D58CB910C90A}" presName="composite2" presStyleCnt="0"/>
      <dgm:spPr/>
    </dgm:pt>
    <dgm:pt modelId="{002C35AF-AA6B-4702-B9C7-E5CBF520B1C2}" type="pres">
      <dgm:prSet presAssocID="{37987A0A-C7A3-49FD-A4D1-D58CB910C90A}" presName="dummyNode2" presStyleLbl="node1" presStyleIdx="0" presStyleCnt="4"/>
      <dgm:spPr/>
    </dgm:pt>
    <dgm:pt modelId="{F0C07FF5-DF35-42DD-9912-C0C9F7F4E55E}" type="pres">
      <dgm:prSet presAssocID="{37987A0A-C7A3-49FD-A4D1-D58CB910C90A}" presName="childNode2" presStyleLbl="bgAcc1" presStyleIdx="1" presStyleCnt="4">
        <dgm:presLayoutVars>
          <dgm:bulletEnabled val="1"/>
        </dgm:presLayoutVars>
      </dgm:prSet>
      <dgm:spPr/>
    </dgm:pt>
    <dgm:pt modelId="{458F784D-539C-41D7-ABAC-54C6EEDD873D}" type="pres">
      <dgm:prSet presAssocID="{37987A0A-C7A3-49FD-A4D1-D58CB910C90A}" presName="childNode2tx" presStyleLbl="bgAcc1" presStyleIdx="1" presStyleCnt="4">
        <dgm:presLayoutVars>
          <dgm:bulletEnabled val="1"/>
        </dgm:presLayoutVars>
      </dgm:prSet>
      <dgm:spPr/>
    </dgm:pt>
    <dgm:pt modelId="{7B82EA95-5A86-4F7E-90C4-E82F04613B2E}" type="pres">
      <dgm:prSet presAssocID="{37987A0A-C7A3-49FD-A4D1-D58CB910C90A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3652778D-B60C-4FB1-B341-80FB961A3D02}" type="pres">
      <dgm:prSet presAssocID="{37987A0A-C7A3-49FD-A4D1-D58CB910C90A}" presName="connSite2" presStyleCnt="0"/>
      <dgm:spPr/>
    </dgm:pt>
    <dgm:pt modelId="{2D6A1A6F-92F5-4736-8DD7-1350E81B92E0}" type="pres">
      <dgm:prSet presAssocID="{B1D5FB1A-43E0-4347-B020-1F3B41F64F17}" presName="Name18" presStyleLbl="sibTrans2D1" presStyleIdx="1" presStyleCnt="3"/>
      <dgm:spPr/>
    </dgm:pt>
    <dgm:pt modelId="{09F2294F-865F-49E6-8F0D-1663819919C4}" type="pres">
      <dgm:prSet presAssocID="{81153115-D782-4B35-98E1-61FF6CB661CC}" presName="composite1" presStyleCnt="0"/>
      <dgm:spPr/>
    </dgm:pt>
    <dgm:pt modelId="{46ABF61C-6CBA-4247-80D9-619268EA8680}" type="pres">
      <dgm:prSet presAssocID="{81153115-D782-4B35-98E1-61FF6CB661CC}" presName="dummyNode1" presStyleLbl="node1" presStyleIdx="1" presStyleCnt="4"/>
      <dgm:spPr/>
    </dgm:pt>
    <dgm:pt modelId="{3B395C2D-D16E-43F0-9679-89765F0D26E8}" type="pres">
      <dgm:prSet presAssocID="{81153115-D782-4B35-98E1-61FF6CB661CC}" presName="childNode1" presStyleLbl="bgAcc1" presStyleIdx="2" presStyleCnt="4">
        <dgm:presLayoutVars>
          <dgm:bulletEnabled val="1"/>
        </dgm:presLayoutVars>
      </dgm:prSet>
      <dgm:spPr/>
    </dgm:pt>
    <dgm:pt modelId="{1C105C05-17F5-4FFF-B960-E576D5769397}" type="pres">
      <dgm:prSet presAssocID="{81153115-D782-4B35-98E1-61FF6CB661CC}" presName="childNode1tx" presStyleLbl="bgAcc1" presStyleIdx="2" presStyleCnt="4">
        <dgm:presLayoutVars>
          <dgm:bulletEnabled val="1"/>
        </dgm:presLayoutVars>
      </dgm:prSet>
      <dgm:spPr/>
    </dgm:pt>
    <dgm:pt modelId="{6CB8BC3C-EA66-40E6-A844-8DA82B936B29}" type="pres">
      <dgm:prSet presAssocID="{81153115-D782-4B35-98E1-61FF6CB661CC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DB4B9C5B-74CD-4DC4-81CB-233F8AF2D1C0}" type="pres">
      <dgm:prSet presAssocID="{81153115-D782-4B35-98E1-61FF6CB661CC}" presName="connSite1" presStyleCnt="0"/>
      <dgm:spPr/>
    </dgm:pt>
    <dgm:pt modelId="{CD8E1C46-8676-4CF7-890D-B7415888E38D}" type="pres">
      <dgm:prSet presAssocID="{9A9A15F8-C4B7-4752-97C2-B99FDA82C2F2}" presName="Name9" presStyleLbl="sibTrans2D1" presStyleIdx="2" presStyleCnt="3"/>
      <dgm:spPr/>
    </dgm:pt>
    <dgm:pt modelId="{347B122F-84E3-4FBC-AF23-F63D16E452F6}" type="pres">
      <dgm:prSet presAssocID="{FDF4A876-2FC8-43CE-9AE7-92D22FE0E5AF}" presName="composite2" presStyleCnt="0"/>
      <dgm:spPr/>
    </dgm:pt>
    <dgm:pt modelId="{17AC6054-A527-4048-84A3-F886AED040C2}" type="pres">
      <dgm:prSet presAssocID="{FDF4A876-2FC8-43CE-9AE7-92D22FE0E5AF}" presName="dummyNode2" presStyleLbl="node1" presStyleIdx="2" presStyleCnt="4"/>
      <dgm:spPr/>
    </dgm:pt>
    <dgm:pt modelId="{9DFEBEF4-64AB-4CA5-B39B-26F519034491}" type="pres">
      <dgm:prSet presAssocID="{FDF4A876-2FC8-43CE-9AE7-92D22FE0E5AF}" presName="childNode2" presStyleLbl="bgAcc1" presStyleIdx="3" presStyleCnt="4">
        <dgm:presLayoutVars>
          <dgm:bulletEnabled val="1"/>
        </dgm:presLayoutVars>
      </dgm:prSet>
      <dgm:spPr/>
    </dgm:pt>
    <dgm:pt modelId="{5EB3B412-E916-4ACD-A866-475FA577F890}" type="pres">
      <dgm:prSet presAssocID="{FDF4A876-2FC8-43CE-9AE7-92D22FE0E5AF}" presName="childNode2tx" presStyleLbl="bgAcc1" presStyleIdx="3" presStyleCnt="4">
        <dgm:presLayoutVars>
          <dgm:bulletEnabled val="1"/>
        </dgm:presLayoutVars>
      </dgm:prSet>
      <dgm:spPr/>
    </dgm:pt>
    <dgm:pt modelId="{5DBA2693-C4AA-4CA7-A883-EE917EA82D0D}" type="pres">
      <dgm:prSet presAssocID="{FDF4A876-2FC8-43CE-9AE7-92D22FE0E5AF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7A45DA60-A97F-4830-B84A-BF510F7FD742}" type="pres">
      <dgm:prSet presAssocID="{FDF4A876-2FC8-43CE-9AE7-92D22FE0E5AF}" presName="connSite2" presStyleCnt="0"/>
      <dgm:spPr/>
    </dgm:pt>
  </dgm:ptLst>
  <dgm:cxnLst>
    <dgm:cxn modelId="{E6E3AA03-7289-4132-8901-5970A9B5ACEA}" srcId="{37987A0A-C7A3-49FD-A4D1-D58CB910C90A}" destId="{ADA45F0B-E1DF-47A4-93D1-421C9097AC26}" srcOrd="3" destOrd="0" parTransId="{8C5FA18E-356B-45F3-8420-589E234A6A1C}" sibTransId="{D4A536F8-5ED6-4209-8A97-7A24D62300CC}"/>
    <dgm:cxn modelId="{59E8BB0C-3757-4748-AA02-9AB78A629E71}" srcId="{B149044A-37ED-4056-9282-28CE2A5EFA6E}" destId="{37987A0A-C7A3-49FD-A4D1-D58CB910C90A}" srcOrd="1" destOrd="0" parTransId="{453F0E76-F0E0-4D30-BCDE-2A2DAC4C8DC4}" sibTransId="{B1D5FB1A-43E0-4347-B020-1F3B41F64F17}"/>
    <dgm:cxn modelId="{FBA22319-A850-4751-BB4F-2F7743AEE0DC}" srcId="{332EDA33-4EC6-4344-95FA-0F258C5F4653}" destId="{86F7B40D-5E12-4BEE-B074-C89F4889B209}" srcOrd="0" destOrd="0" parTransId="{40350054-A8D3-4FFE-93F3-FAC945903AE7}" sibTransId="{189812DE-A726-45FE-B1E4-F505D8E82E24}"/>
    <dgm:cxn modelId="{052AE920-672A-48DE-A637-BCAADFE0B1D0}" type="presOf" srcId="{41CD51CE-4C62-4264-B432-7B3389383E63}" destId="{3B395C2D-D16E-43F0-9679-89765F0D26E8}" srcOrd="0" destOrd="0" presId="urn:microsoft.com/office/officeart/2005/8/layout/hProcess4"/>
    <dgm:cxn modelId="{5148592F-DB8A-4295-86A5-09825FB04FC0}" type="presOf" srcId="{DF6D5B4D-899D-4973-8D7A-7445E3261597}" destId="{3B395C2D-D16E-43F0-9679-89765F0D26E8}" srcOrd="0" destOrd="2" presId="urn:microsoft.com/office/officeart/2005/8/layout/hProcess4"/>
    <dgm:cxn modelId="{23A9EF34-EC7B-44DB-B04C-94BF787F1765}" srcId="{37987A0A-C7A3-49FD-A4D1-D58CB910C90A}" destId="{07B6EEF0-913F-4527-A13D-961F9DFB79C2}" srcOrd="2" destOrd="0" parTransId="{E1A82DD2-BE63-46D2-A24F-20499E193B2B}" sibTransId="{0275FFEA-C328-4B57-8DD4-11A68690D72F}"/>
    <dgm:cxn modelId="{2B9FD638-F335-496C-BD4B-F3338DEDBF95}" type="presOf" srcId="{E6F8CAE0-583D-4B91-937A-2F95C89489B1}" destId="{EF7F6230-39FA-40E8-B9F7-1651BF1E30C0}" srcOrd="1" destOrd="1" presId="urn:microsoft.com/office/officeart/2005/8/layout/hProcess4"/>
    <dgm:cxn modelId="{DAD8B239-EB9C-4968-AE0A-65059F407662}" type="presOf" srcId="{6CC6CC50-2F3E-4B5A-AD2C-7C81A6E521BB}" destId="{5EB3B412-E916-4ACD-A866-475FA577F890}" srcOrd="1" destOrd="1" presId="urn:microsoft.com/office/officeart/2005/8/layout/hProcess4"/>
    <dgm:cxn modelId="{DD828E3B-368C-4066-B2F9-799F575762D7}" srcId="{332EDA33-4EC6-4344-95FA-0F258C5F4653}" destId="{E6F8CAE0-583D-4B91-937A-2F95C89489B1}" srcOrd="1" destOrd="0" parTransId="{8E05FAD4-388E-4251-A303-EF35FF45F685}" sibTransId="{285D9D59-EA42-41AF-ABED-10C4766AEE2A}"/>
    <dgm:cxn modelId="{F8E5013C-D789-4514-A745-4AAC3C53EFBD}" type="presOf" srcId="{86F7B40D-5E12-4BEE-B074-C89F4889B209}" destId="{487EACB2-B12F-4BE3-BD9B-F0E1B404F74B}" srcOrd="0" destOrd="0" presId="urn:microsoft.com/office/officeart/2005/8/layout/hProcess4"/>
    <dgm:cxn modelId="{D690BE3E-4CE8-49FA-A1ED-96F795283FB2}" type="presOf" srcId="{6CC6CC50-2F3E-4B5A-AD2C-7C81A6E521BB}" destId="{9DFEBEF4-64AB-4CA5-B39B-26F519034491}" srcOrd="0" destOrd="1" presId="urn:microsoft.com/office/officeart/2005/8/layout/hProcess4"/>
    <dgm:cxn modelId="{A1EE7F5B-3FE4-4B6E-BDF0-016A8E0FA000}" srcId="{FDF4A876-2FC8-43CE-9AE7-92D22FE0E5AF}" destId="{A9C1EDA6-7BFE-451A-876C-928959E98AB8}" srcOrd="0" destOrd="0" parTransId="{654E0F91-E891-4859-9D26-10FC51126CB0}" sibTransId="{A7DD5498-4DD5-453C-8BF4-F15D4C217B74}"/>
    <dgm:cxn modelId="{785EF042-D3A0-4F9D-98B0-0E0013AD95E4}" type="presOf" srcId="{E6F8CAE0-583D-4B91-937A-2F95C89489B1}" destId="{487EACB2-B12F-4BE3-BD9B-F0E1B404F74B}" srcOrd="0" destOrd="1" presId="urn:microsoft.com/office/officeart/2005/8/layout/hProcess4"/>
    <dgm:cxn modelId="{E140B46F-A376-41D6-8107-F3F038D3BAEE}" type="presOf" srcId="{9A9A15F8-C4B7-4752-97C2-B99FDA82C2F2}" destId="{CD8E1C46-8676-4CF7-890D-B7415888E38D}" srcOrd="0" destOrd="0" presId="urn:microsoft.com/office/officeart/2005/8/layout/hProcess4"/>
    <dgm:cxn modelId="{20B64053-0316-4AD0-B541-803BA09D3541}" type="presOf" srcId="{B149044A-37ED-4056-9282-28CE2A5EFA6E}" destId="{710E0F20-7661-41D4-803F-5AD433ED4CAF}" srcOrd="0" destOrd="0" presId="urn:microsoft.com/office/officeart/2005/8/layout/hProcess4"/>
    <dgm:cxn modelId="{D4D88F73-4863-4C43-BB7A-511DCCD19837}" srcId="{B149044A-37ED-4056-9282-28CE2A5EFA6E}" destId="{81153115-D782-4B35-98E1-61FF6CB661CC}" srcOrd="2" destOrd="0" parTransId="{58B6C2F1-5B14-49CE-8DA4-ED7C63654F89}" sibTransId="{9A9A15F8-C4B7-4752-97C2-B99FDA82C2F2}"/>
    <dgm:cxn modelId="{4DFA0C58-1D22-4CFF-8DEA-33237EF1E2FA}" srcId="{FDF4A876-2FC8-43CE-9AE7-92D22FE0E5AF}" destId="{6CC6CC50-2F3E-4B5A-AD2C-7C81A6E521BB}" srcOrd="1" destOrd="0" parTransId="{BD1F1631-E953-4CF6-8C63-932CC3C0BB99}" sibTransId="{B08822D0-BB73-4DFB-B127-4BA6D2EA8FBF}"/>
    <dgm:cxn modelId="{F3A3B679-1368-442C-9EF7-318632C2A9B3}" type="presOf" srcId="{DF6D5B4D-899D-4973-8D7A-7445E3261597}" destId="{1C105C05-17F5-4FFF-B960-E576D5769397}" srcOrd="1" destOrd="2" presId="urn:microsoft.com/office/officeart/2005/8/layout/hProcess4"/>
    <dgm:cxn modelId="{9C67517B-47A4-4B7F-AE6B-5DEFA0A1A539}" type="presOf" srcId="{332EDA33-4EC6-4344-95FA-0F258C5F4653}" destId="{90BEEAFF-4DE0-4B42-9DB6-F27A9CF3B7D7}" srcOrd="0" destOrd="0" presId="urn:microsoft.com/office/officeart/2005/8/layout/hProcess4"/>
    <dgm:cxn modelId="{B4F52C80-C404-4D53-A2AF-4ECC2FA478B4}" srcId="{B149044A-37ED-4056-9282-28CE2A5EFA6E}" destId="{FDF4A876-2FC8-43CE-9AE7-92D22FE0E5AF}" srcOrd="3" destOrd="0" parTransId="{B9519B69-1029-4D13-A371-68D39F7CBDC9}" sibTransId="{2FD35956-1616-4F60-B4D6-09DE2C90261B}"/>
    <dgm:cxn modelId="{2EE20B81-0B78-4209-93AB-E8ED4EDB5F14}" type="presOf" srcId="{6A96786D-51E6-4E72-997D-ED6BB09061E2}" destId="{458F784D-539C-41D7-ABAC-54C6EEDD873D}" srcOrd="1" destOrd="1" presId="urn:microsoft.com/office/officeart/2005/8/layout/hProcess4"/>
    <dgm:cxn modelId="{8E4CE394-DBD3-4703-9C7F-203E9F54DC45}" srcId="{81153115-D782-4B35-98E1-61FF6CB661CC}" destId="{DF6D5B4D-899D-4973-8D7A-7445E3261597}" srcOrd="2" destOrd="0" parTransId="{91835A60-054B-4A5F-9A3D-2EEA02F18A85}" sibTransId="{27B345B5-9E21-437A-B316-EDB70121D168}"/>
    <dgm:cxn modelId="{8EADC998-5E18-425B-A849-66B69C44853D}" type="presOf" srcId="{A9C1EDA6-7BFE-451A-876C-928959E98AB8}" destId="{9DFEBEF4-64AB-4CA5-B39B-26F519034491}" srcOrd="0" destOrd="0" presId="urn:microsoft.com/office/officeart/2005/8/layout/hProcess4"/>
    <dgm:cxn modelId="{8C05A09E-0115-499A-8135-9F8D23A226F1}" type="presOf" srcId="{439EAB0B-5CA6-41F5-B439-A3B811E32758}" destId="{458F784D-539C-41D7-ABAC-54C6EEDD873D}" srcOrd="1" destOrd="0" presId="urn:microsoft.com/office/officeart/2005/8/layout/hProcess4"/>
    <dgm:cxn modelId="{BB2CB2A0-D334-4EAA-B32B-204552A01075}" srcId="{37987A0A-C7A3-49FD-A4D1-D58CB910C90A}" destId="{6A96786D-51E6-4E72-997D-ED6BB09061E2}" srcOrd="1" destOrd="0" parTransId="{6240EAAE-AAB7-4AD4-9700-CC8FE9C85C5B}" sibTransId="{114A1F58-D2AB-4D9C-A91C-D563D3F3924A}"/>
    <dgm:cxn modelId="{A7F9D9A0-A8D2-4208-B45C-3559F9951509}" type="presOf" srcId="{F7ED9D18-B5CB-4EED-BC0A-305E07AFBCB8}" destId="{2432D2B4-2EDC-434B-B33A-03DEE845E8AC}" srcOrd="0" destOrd="0" presId="urn:microsoft.com/office/officeart/2005/8/layout/hProcess4"/>
    <dgm:cxn modelId="{C8A0FDA7-4D70-4B04-994A-AAA20997D4CB}" type="presOf" srcId="{86F7B40D-5E12-4BEE-B074-C89F4889B209}" destId="{EF7F6230-39FA-40E8-B9F7-1651BF1E30C0}" srcOrd="1" destOrd="0" presId="urn:microsoft.com/office/officeart/2005/8/layout/hProcess4"/>
    <dgm:cxn modelId="{CE5FFFA9-EF36-457B-8E1C-2E88C17F37C4}" type="presOf" srcId="{FDF4A876-2FC8-43CE-9AE7-92D22FE0E5AF}" destId="{5DBA2693-C4AA-4CA7-A883-EE917EA82D0D}" srcOrd="0" destOrd="0" presId="urn:microsoft.com/office/officeart/2005/8/layout/hProcess4"/>
    <dgm:cxn modelId="{41B8F1AB-74BD-4256-AB52-92B83F67A747}" type="presOf" srcId="{439EAB0B-5CA6-41F5-B439-A3B811E32758}" destId="{F0C07FF5-DF35-42DD-9912-C0C9F7F4E55E}" srcOrd="0" destOrd="0" presId="urn:microsoft.com/office/officeart/2005/8/layout/hProcess4"/>
    <dgm:cxn modelId="{530918B4-B1C1-46F9-8217-4448227E367D}" srcId="{81153115-D782-4B35-98E1-61FF6CB661CC}" destId="{F111170D-A17D-4BDE-886A-379FFDF6307C}" srcOrd="1" destOrd="0" parTransId="{E83B9F02-1D5C-41B4-B5D9-E47FE3DE2FFC}" sibTransId="{A9DDAE2A-9055-44F1-9C76-5DDAA3EBAD46}"/>
    <dgm:cxn modelId="{DBD4EAB7-DAAA-4F3F-8B57-F2F6702CE285}" type="presOf" srcId="{81153115-D782-4B35-98E1-61FF6CB661CC}" destId="{6CB8BC3C-EA66-40E6-A844-8DA82B936B29}" srcOrd="0" destOrd="0" presId="urn:microsoft.com/office/officeart/2005/8/layout/hProcess4"/>
    <dgm:cxn modelId="{9F29BABF-2588-495B-A191-3C1678C6952B}" type="presOf" srcId="{B1D5FB1A-43E0-4347-B020-1F3B41F64F17}" destId="{2D6A1A6F-92F5-4736-8DD7-1350E81B92E0}" srcOrd="0" destOrd="0" presId="urn:microsoft.com/office/officeart/2005/8/layout/hProcess4"/>
    <dgm:cxn modelId="{461761CA-C066-49BE-8155-1EFA0D00C0D4}" type="presOf" srcId="{ADA45F0B-E1DF-47A4-93D1-421C9097AC26}" destId="{F0C07FF5-DF35-42DD-9912-C0C9F7F4E55E}" srcOrd="0" destOrd="3" presId="urn:microsoft.com/office/officeart/2005/8/layout/hProcess4"/>
    <dgm:cxn modelId="{3F5AE0D0-685E-4D2D-B440-FB3FEC7EB28B}" type="presOf" srcId="{6A96786D-51E6-4E72-997D-ED6BB09061E2}" destId="{F0C07FF5-DF35-42DD-9912-C0C9F7F4E55E}" srcOrd="0" destOrd="1" presId="urn:microsoft.com/office/officeart/2005/8/layout/hProcess4"/>
    <dgm:cxn modelId="{7EEA95D3-2469-4473-A8DA-F0568701E121}" type="presOf" srcId="{41CD51CE-4C62-4264-B432-7B3389383E63}" destId="{1C105C05-17F5-4FFF-B960-E576D5769397}" srcOrd="1" destOrd="0" presId="urn:microsoft.com/office/officeart/2005/8/layout/hProcess4"/>
    <dgm:cxn modelId="{173866D6-FD31-451D-A498-C4D83FAA4C4C}" srcId="{37987A0A-C7A3-49FD-A4D1-D58CB910C90A}" destId="{439EAB0B-5CA6-41F5-B439-A3B811E32758}" srcOrd="0" destOrd="0" parTransId="{D23D02E8-E73A-4904-BB34-6CAB17BA7773}" sibTransId="{40C14481-DC11-4D8C-B138-8E3B3872D510}"/>
    <dgm:cxn modelId="{8D7D37D8-E983-4762-9802-EA26083604FF}" type="presOf" srcId="{F111170D-A17D-4BDE-886A-379FFDF6307C}" destId="{3B395C2D-D16E-43F0-9679-89765F0D26E8}" srcOrd="0" destOrd="1" presId="urn:microsoft.com/office/officeart/2005/8/layout/hProcess4"/>
    <dgm:cxn modelId="{CD74C8DA-ADDC-4075-9512-8667B3B606E2}" type="presOf" srcId="{A9C1EDA6-7BFE-451A-876C-928959E98AB8}" destId="{5EB3B412-E916-4ACD-A866-475FA577F890}" srcOrd="1" destOrd="0" presId="urn:microsoft.com/office/officeart/2005/8/layout/hProcess4"/>
    <dgm:cxn modelId="{B4D945E3-4F0A-4043-8EF5-B0E44230B0A4}" type="presOf" srcId="{F111170D-A17D-4BDE-886A-379FFDF6307C}" destId="{1C105C05-17F5-4FFF-B960-E576D5769397}" srcOrd="1" destOrd="1" presId="urn:microsoft.com/office/officeart/2005/8/layout/hProcess4"/>
    <dgm:cxn modelId="{40C10EE7-E4EC-40A9-88D2-FC53384DC6C0}" type="presOf" srcId="{ADA45F0B-E1DF-47A4-93D1-421C9097AC26}" destId="{458F784D-539C-41D7-ABAC-54C6EEDD873D}" srcOrd="1" destOrd="3" presId="urn:microsoft.com/office/officeart/2005/8/layout/hProcess4"/>
    <dgm:cxn modelId="{21D3A3EB-A598-455E-865A-C877134FAE02}" type="presOf" srcId="{07B6EEF0-913F-4527-A13D-961F9DFB79C2}" destId="{F0C07FF5-DF35-42DD-9912-C0C9F7F4E55E}" srcOrd="0" destOrd="2" presId="urn:microsoft.com/office/officeart/2005/8/layout/hProcess4"/>
    <dgm:cxn modelId="{16F21CF1-5EF6-4203-B69E-8BEEA9C20C11}" srcId="{81153115-D782-4B35-98E1-61FF6CB661CC}" destId="{41CD51CE-4C62-4264-B432-7B3389383E63}" srcOrd="0" destOrd="0" parTransId="{9D0D5165-0C29-43AB-8528-FAADBC661911}" sibTransId="{A1242F68-18A3-4CE2-B6E1-76327476BD48}"/>
    <dgm:cxn modelId="{F7DDCEF7-F73A-4E6A-87D0-E6CDE5C6F547}" type="presOf" srcId="{07B6EEF0-913F-4527-A13D-961F9DFB79C2}" destId="{458F784D-539C-41D7-ABAC-54C6EEDD873D}" srcOrd="1" destOrd="2" presId="urn:microsoft.com/office/officeart/2005/8/layout/hProcess4"/>
    <dgm:cxn modelId="{4D2865F9-045D-4F49-8BB2-28A7AC9EF672}" srcId="{B149044A-37ED-4056-9282-28CE2A5EFA6E}" destId="{332EDA33-4EC6-4344-95FA-0F258C5F4653}" srcOrd="0" destOrd="0" parTransId="{936113A7-3839-49A8-8E27-8C6A8586C9B7}" sibTransId="{F7ED9D18-B5CB-4EED-BC0A-305E07AFBCB8}"/>
    <dgm:cxn modelId="{F4C7D5FD-8291-46F2-847E-AAB40F571DBD}" type="presOf" srcId="{37987A0A-C7A3-49FD-A4D1-D58CB910C90A}" destId="{7B82EA95-5A86-4F7E-90C4-E82F04613B2E}" srcOrd="0" destOrd="0" presId="urn:microsoft.com/office/officeart/2005/8/layout/hProcess4"/>
    <dgm:cxn modelId="{1DF1F384-7F01-4C80-B997-1AA9526DB5AE}" type="presParOf" srcId="{710E0F20-7661-41D4-803F-5AD433ED4CAF}" destId="{8000B841-FC18-48CA-A5DC-4B10727C6CBE}" srcOrd="0" destOrd="0" presId="urn:microsoft.com/office/officeart/2005/8/layout/hProcess4"/>
    <dgm:cxn modelId="{EA78F88C-2C7B-41BA-830A-6953E78F1F3A}" type="presParOf" srcId="{710E0F20-7661-41D4-803F-5AD433ED4CAF}" destId="{44DEBBFD-0501-4162-B445-2A529089B5C4}" srcOrd="1" destOrd="0" presId="urn:microsoft.com/office/officeart/2005/8/layout/hProcess4"/>
    <dgm:cxn modelId="{09BC6589-3444-4FF1-A85B-345C702E5850}" type="presParOf" srcId="{710E0F20-7661-41D4-803F-5AD433ED4CAF}" destId="{F975ED1A-DC8B-413A-AD11-7CA8F9BC7FC2}" srcOrd="2" destOrd="0" presId="urn:microsoft.com/office/officeart/2005/8/layout/hProcess4"/>
    <dgm:cxn modelId="{5490F689-287E-40F2-8E61-CA8CA978A79E}" type="presParOf" srcId="{F975ED1A-DC8B-413A-AD11-7CA8F9BC7FC2}" destId="{5F4EE893-9BFF-49DC-9B1D-E0227A3A56E0}" srcOrd="0" destOrd="0" presId="urn:microsoft.com/office/officeart/2005/8/layout/hProcess4"/>
    <dgm:cxn modelId="{C990DB3B-B583-4E20-AABA-468B01FAD6E9}" type="presParOf" srcId="{5F4EE893-9BFF-49DC-9B1D-E0227A3A56E0}" destId="{EA78A807-CE4F-4D4C-93D5-AA5F4FBAD973}" srcOrd="0" destOrd="0" presId="urn:microsoft.com/office/officeart/2005/8/layout/hProcess4"/>
    <dgm:cxn modelId="{BCB71DEB-AC31-49DF-8D6F-C402FE226740}" type="presParOf" srcId="{5F4EE893-9BFF-49DC-9B1D-E0227A3A56E0}" destId="{487EACB2-B12F-4BE3-BD9B-F0E1B404F74B}" srcOrd="1" destOrd="0" presId="urn:microsoft.com/office/officeart/2005/8/layout/hProcess4"/>
    <dgm:cxn modelId="{D5398F9E-C573-4ECF-A5CE-E756F46D9725}" type="presParOf" srcId="{5F4EE893-9BFF-49DC-9B1D-E0227A3A56E0}" destId="{EF7F6230-39FA-40E8-B9F7-1651BF1E30C0}" srcOrd="2" destOrd="0" presId="urn:microsoft.com/office/officeart/2005/8/layout/hProcess4"/>
    <dgm:cxn modelId="{FC0120AD-659B-469B-9CAB-8713E43BB104}" type="presParOf" srcId="{5F4EE893-9BFF-49DC-9B1D-E0227A3A56E0}" destId="{90BEEAFF-4DE0-4B42-9DB6-F27A9CF3B7D7}" srcOrd="3" destOrd="0" presId="urn:microsoft.com/office/officeart/2005/8/layout/hProcess4"/>
    <dgm:cxn modelId="{4416A082-4A57-402A-9DD0-D6793B621CC8}" type="presParOf" srcId="{5F4EE893-9BFF-49DC-9B1D-E0227A3A56E0}" destId="{0D23203A-BA95-43ED-B365-CA03129A727E}" srcOrd="4" destOrd="0" presId="urn:microsoft.com/office/officeart/2005/8/layout/hProcess4"/>
    <dgm:cxn modelId="{97D0CD7E-F775-4D2A-83E3-0FED45F8C37E}" type="presParOf" srcId="{F975ED1A-DC8B-413A-AD11-7CA8F9BC7FC2}" destId="{2432D2B4-2EDC-434B-B33A-03DEE845E8AC}" srcOrd="1" destOrd="0" presId="urn:microsoft.com/office/officeart/2005/8/layout/hProcess4"/>
    <dgm:cxn modelId="{8F61BC34-6C65-4F36-9CED-149723E3EAF3}" type="presParOf" srcId="{F975ED1A-DC8B-413A-AD11-7CA8F9BC7FC2}" destId="{291B418F-1979-471B-ABEC-CD77F10C9492}" srcOrd="2" destOrd="0" presId="urn:microsoft.com/office/officeart/2005/8/layout/hProcess4"/>
    <dgm:cxn modelId="{F94859B5-B54D-4507-945C-188B9BF617BD}" type="presParOf" srcId="{291B418F-1979-471B-ABEC-CD77F10C9492}" destId="{002C35AF-AA6B-4702-B9C7-E5CBF520B1C2}" srcOrd="0" destOrd="0" presId="urn:microsoft.com/office/officeart/2005/8/layout/hProcess4"/>
    <dgm:cxn modelId="{257AB6C0-B211-4C87-8970-12A8DA7CCDE5}" type="presParOf" srcId="{291B418F-1979-471B-ABEC-CD77F10C9492}" destId="{F0C07FF5-DF35-42DD-9912-C0C9F7F4E55E}" srcOrd="1" destOrd="0" presId="urn:microsoft.com/office/officeart/2005/8/layout/hProcess4"/>
    <dgm:cxn modelId="{8CBF1FE1-FC84-4C7E-8B43-97CAB83B3397}" type="presParOf" srcId="{291B418F-1979-471B-ABEC-CD77F10C9492}" destId="{458F784D-539C-41D7-ABAC-54C6EEDD873D}" srcOrd="2" destOrd="0" presId="urn:microsoft.com/office/officeart/2005/8/layout/hProcess4"/>
    <dgm:cxn modelId="{73F570D5-17A8-4F03-B956-3053F231EDE9}" type="presParOf" srcId="{291B418F-1979-471B-ABEC-CD77F10C9492}" destId="{7B82EA95-5A86-4F7E-90C4-E82F04613B2E}" srcOrd="3" destOrd="0" presId="urn:microsoft.com/office/officeart/2005/8/layout/hProcess4"/>
    <dgm:cxn modelId="{4952E7C3-797C-44BC-BA88-8A89939F14D9}" type="presParOf" srcId="{291B418F-1979-471B-ABEC-CD77F10C9492}" destId="{3652778D-B60C-4FB1-B341-80FB961A3D02}" srcOrd="4" destOrd="0" presId="urn:microsoft.com/office/officeart/2005/8/layout/hProcess4"/>
    <dgm:cxn modelId="{DBCA45F8-C5BF-4E6A-9598-414D94DD68C0}" type="presParOf" srcId="{F975ED1A-DC8B-413A-AD11-7CA8F9BC7FC2}" destId="{2D6A1A6F-92F5-4736-8DD7-1350E81B92E0}" srcOrd="3" destOrd="0" presId="urn:microsoft.com/office/officeart/2005/8/layout/hProcess4"/>
    <dgm:cxn modelId="{2F86CBDF-53F7-4718-B534-9B7065083AD5}" type="presParOf" srcId="{F975ED1A-DC8B-413A-AD11-7CA8F9BC7FC2}" destId="{09F2294F-865F-49E6-8F0D-1663819919C4}" srcOrd="4" destOrd="0" presId="urn:microsoft.com/office/officeart/2005/8/layout/hProcess4"/>
    <dgm:cxn modelId="{758031B1-4338-4ADE-9DC2-8E69DCDECC67}" type="presParOf" srcId="{09F2294F-865F-49E6-8F0D-1663819919C4}" destId="{46ABF61C-6CBA-4247-80D9-619268EA8680}" srcOrd="0" destOrd="0" presId="urn:microsoft.com/office/officeart/2005/8/layout/hProcess4"/>
    <dgm:cxn modelId="{FA0AF5F8-22DB-4C40-8C7F-76D1C2E4DB0C}" type="presParOf" srcId="{09F2294F-865F-49E6-8F0D-1663819919C4}" destId="{3B395C2D-D16E-43F0-9679-89765F0D26E8}" srcOrd="1" destOrd="0" presId="urn:microsoft.com/office/officeart/2005/8/layout/hProcess4"/>
    <dgm:cxn modelId="{0FBA5002-2D8B-4E8F-8DF0-AB6908EDA10B}" type="presParOf" srcId="{09F2294F-865F-49E6-8F0D-1663819919C4}" destId="{1C105C05-17F5-4FFF-B960-E576D5769397}" srcOrd="2" destOrd="0" presId="urn:microsoft.com/office/officeart/2005/8/layout/hProcess4"/>
    <dgm:cxn modelId="{2C70A957-7B7D-442C-B8B8-51EA307F6AF2}" type="presParOf" srcId="{09F2294F-865F-49E6-8F0D-1663819919C4}" destId="{6CB8BC3C-EA66-40E6-A844-8DA82B936B29}" srcOrd="3" destOrd="0" presId="urn:microsoft.com/office/officeart/2005/8/layout/hProcess4"/>
    <dgm:cxn modelId="{F63FF89A-AF6B-4553-9A02-5DDA09BCE40A}" type="presParOf" srcId="{09F2294F-865F-49E6-8F0D-1663819919C4}" destId="{DB4B9C5B-74CD-4DC4-81CB-233F8AF2D1C0}" srcOrd="4" destOrd="0" presId="urn:microsoft.com/office/officeart/2005/8/layout/hProcess4"/>
    <dgm:cxn modelId="{D25F9785-69E1-47EA-9F2A-FFCD862AB13D}" type="presParOf" srcId="{F975ED1A-DC8B-413A-AD11-7CA8F9BC7FC2}" destId="{CD8E1C46-8676-4CF7-890D-B7415888E38D}" srcOrd="5" destOrd="0" presId="urn:microsoft.com/office/officeart/2005/8/layout/hProcess4"/>
    <dgm:cxn modelId="{C15C5302-CAC8-4786-AD3F-26B495635AC8}" type="presParOf" srcId="{F975ED1A-DC8B-413A-AD11-7CA8F9BC7FC2}" destId="{347B122F-84E3-4FBC-AF23-F63D16E452F6}" srcOrd="6" destOrd="0" presId="urn:microsoft.com/office/officeart/2005/8/layout/hProcess4"/>
    <dgm:cxn modelId="{A61422C1-0837-478D-B76D-9A6D5C00761B}" type="presParOf" srcId="{347B122F-84E3-4FBC-AF23-F63D16E452F6}" destId="{17AC6054-A527-4048-84A3-F886AED040C2}" srcOrd="0" destOrd="0" presId="urn:microsoft.com/office/officeart/2005/8/layout/hProcess4"/>
    <dgm:cxn modelId="{A0658241-9AE8-488C-B001-6E1D94B0C6A9}" type="presParOf" srcId="{347B122F-84E3-4FBC-AF23-F63D16E452F6}" destId="{9DFEBEF4-64AB-4CA5-B39B-26F519034491}" srcOrd="1" destOrd="0" presId="urn:microsoft.com/office/officeart/2005/8/layout/hProcess4"/>
    <dgm:cxn modelId="{E8EE39F9-F473-427F-987F-0011B9D41E81}" type="presParOf" srcId="{347B122F-84E3-4FBC-AF23-F63D16E452F6}" destId="{5EB3B412-E916-4ACD-A866-475FA577F890}" srcOrd="2" destOrd="0" presId="urn:microsoft.com/office/officeart/2005/8/layout/hProcess4"/>
    <dgm:cxn modelId="{EB365D83-D27B-44F9-B10F-69652C5F0E6E}" type="presParOf" srcId="{347B122F-84E3-4FBC-AF23-F63D16E452F6}" destId="{5DBA2693-C4AA-4CA7-A883-EE917EA82D0D}" srcOrd="3" destOrd="0" presId="urn:microsoft.com/office/officeart/2005/8/layout/hProcess4"/>
    <dgm:cxn modelId="{75E969FE-7DFC-46B9-B764-1E688A5D2239}" type="presParOf" srcId="{347B122F-84E3-4FBC-AF23-F63D16E452F6}" destId="{7A45DA60-A97F-4830-B84A-BF510F7FD742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49044A-37ED-4056-9282-28CE2A5EFA6E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32EDA33-4EC6-4344-95FA-0F258C5F4653}">
      <dgm:prSet phldrT="[Text]"/>
      <dgm:spPr/>
      <dgm:t>
        <a:bodyPr/>
        <a:lstStyle/>
        <a:p>
          <a:r>
            <a:rPr lang="hr-HR" dirty="0"/>
            <a:t>9.12.2025 – 5.1.2026</a:t>
          </a:r>
          <a:endParaRPr lang="en-GB" dirty="0"/>
        </a:p>
      </dgm:t>
    </dgm:pt>
    <dgm:pt modelId="{936113A7-3839-49A8-8E27-8C6A8586C9B7}" type="parTrans" cxnId="{4D2865F9-045D-4F49-8BB2-28A7AC9EF672}">
      <dgm:prSet/>
      <dgm:spPr/>
      <dgm:t>
        <a:bodyPr/>
        <a:lstStyle/>
        <a:p>
          <a:endParaRPr lang="en-GB"/>
        </a:p>
      </dgm:t>
    </dgm:pt>
    <dgm:pt modelId="{F7ED9D18-B5CB-4EED-BC0A-305E07AFBCB8}" type="sibTrans" cxnId="{4D2865F9-045D-4F49-8BB2-28A7AC9EF672}">
      <dgm:prSet/>
      <dgm:spPr/>
      <dgm:t>
        <a:bodyPr/>
        <a:lstStyle/>
        <a:p>
          <a:endParaRPr lang="en-GB"/>
        </a:p>
      </dgm:t>
    </dgm:pt>
    <dgm:pt modelId="{86F7B40D-5E12-4BEE-B074-C89F4889B209}">
      <dgm:prSet phldrT="[Text]"/>
      <dgm:spPr/>
      <dgm:t>
        <a:bodyPr/>
        <a:lstStyle/>
        <a:p>
          <a:r>
            <a:rPr lang="hr-HR" dirty="0"/>
            <a:t>Intuitivno sučelje</a:t>
          </a:r>
          <a:endParaRPr lang="en-GB" dirty="0"/>
        </a:p>
      </dgm:t>
    </dgm:pt>
    <dgm:pt modelId="{40350054-A8D3-4FFE-93F3-FAC945903AE7}" type="parTrans" cxnId="{FBA22319-A850-4751-BB4F-2F7743AEE0DC}">
      <dgm:prSet/>
      <dgm:spPr/>
      <dgm:t>
        <a:bodyPr/>
        <a:lstStyle/>
        <a:p>
          <a:endParaRPr lang="en-GB"/>
        </a:p>
      </dgm:t>
    </dgm:pt>
    <dgm:pt modelId="{189812DE-A726-45FE-B1E4-F505D8E82E24}" type="sibTrans" cxnId="{FBA22319-A850-4751-BB4F-2F7743AEE0DC}">
      <dgm:prSet/>
      <dgm:spPr/>
      <dgm:t>
        <a:bodyPr/>
        <a:lstStyle/>
        <a:p>
          <a:endParaRPr lang="en-GB"/>
        </a:p>
      </dgm:t>
    </dgm:pt>
    <dgm:pt modelId="{6CC6CC50-2F3E-4B5A-AD2C-7C81A6E521BB}">
      <dgm:prSet phldrT="[Text]"/>
      <dgm:spPr/>
      <dgm:t>
        <a:bodyPr/>
        <a:lstStyle/>
        <a:p>
          <a:r>
            <a:rPr lang="hr-HR" dirty="0"/>
            <a:t>5.1.2026. – 14.1.2026.</a:t>
          </a:r>
          <a:endParaRPr lang="en-GB" dirty="0"/>
        </a:p>
      </dgm:t>
    </dgm:pt>
    <dgm:pt modelId="{BD1F1631-E953-4CF6-8C63-932CC3C0BB99}" type="parTrans" cxnId="{4DFA0C58-1D22-4CFF-8DEA-33237EF1E2FA}">
      <dgm:prSet/>
      <dgm:spPr/>
      <dgm:t>
        <a:bodyPr/>
        <a:lstStyle/>
        <a:p>
          <a:endParaRPr lang="en-GB"/>
        </a:p>
      </dgm:t>
    </dgm:pt>
    <dgm:pt modelId="{B08822D0-BB73-4DFB-B127-4BA6D2EA8FBF}" type="sibTrans" cxnId="{4DFA0C58-1D22-4CFF-8DEA-33237EF1E2FA}">
      <dgm:prSet/>
      <dgm:spPr/>
      <dgm:t>
        <a:bodyPr/>
        <a:lstStyle/>
        <a:p>
          <a:endParaRPr lang="en-GB"/>
        </a:p>
      </dgm:t>
    </dgm:pt>
    <dgm:pt modelId="{95AB45F2-3D51-4094-9824-F516B8CA0101}">
      <dgm:prSet phldrT="[Text]"/>
      <dgm:spPr/>
      <dgm:t>
        <a:bodyPr/>
        <a:lstStyle/>
        <a:p>
          <a:r>
            <a:rPr lang="hr-HR" dirty="0"/>
            <a:t>Google mapa</a:t>
          </a:r>
          <a:endParaRPr lang="en-GB" dirty="0"/>
        </a:p>
      </dgm:t>
    </dgm:pt>
    <dgm:pt modelId="{D6A6CAFB-4B2C-4720-B7D5-5BBA016EFB60}" type="parTrans" cxnId="{6F26D3B8-98E5-498B-9F40-F1A1A2576E68}">
      <dgm:prSet/>
      <dgm:spPr/>
      <dgm:t>
        <a:bodyPr/>
        <a:lstStyle/>
        <a:p>
          <a:endParaRPr lang="en-GB"/>
        </a:p>
      </dgm:t>
    </dgm:pt>
    <dgm:pt modelId="{88DEF74D-0FFC-4B51-82F2-1BDBA714F88C}" type="sibTrans" cxnId="{6F26D3B8-98E5-498B-9F40-F1A1A2576E68}">
      <dgm:prSet/>
      <dgm:spPr/>
      <dgm:t>
        <a:bodyPr/>
        <a:lstStyle/>
        <a:p>
          <a:endParaRPr lang="en-GB"/>
        </a:p>
      </dgm:t>
    </dgm:pt>
    <dgm:pt modelId="{2CCA5128-7F1F-4DFB-841F-A9ADD44E3B10}">
      <dgm:prSet phldrT="[Text]"/>
      <dgm:spPr/>
      <dgm:t>
        <a:bodyPr/>
        <a:lstStyle/>
        <a:p>
          <a:r>
            <a:rPr lang="hr-HR" dirty="0"/>
            <a:t>Kreiranje recenzije</a:t>
          </a:r>
          <a:endParaRPr lang="en-GB" dirty="0"/>
        </a:p>
      </dgm:t>
    </dgm:pt>
    <dgm:pt modelId="{32036801-FA3C-400C-926F-0A3F27B63B6D}" type="parTrans" cxnId="{A29728E5-35B7-41BE-8358-D4C6886D808D}">
      <dgm:prSet/>
      <dgm:spPr/>
      <dgm:t>
        <a:bodyPr/>
        <a:lstStyle/>
        <a:p>
          <a:endParaRPr lang="en-GB"/>
        </a:p>
      </dgm:t>
    </dgm:pt>
    <dgm:pt modelId="{83515933-7143-4B5B-BA5E-E7A73B1B0261}" type="sibTrans" cxnId="{A29728E5-35B7-41BE-8358-D4C6886D808D}">
      <dgm:prSet/>
      <dgm:spPr/>
      <dgm:t>
        <a:bodyPr/>
        <a:lstStyle/>
        <a:p>
          <a:endParaRPr lang="en-GB"/>
        </a:p>
      </dgm:t>
    </dgm:pt>
    <dgm:pt modelId="{E24715B2-3077-4A17-85D8-752EFE22029C}">
      <dgm:prSet phldrT="[Text]"/>
      <dgm:spPr/>
      <dgm:t>
        <a:bodyPr/>
        <a:lstStyle/>
        <a:p>
          <a:r>
            <a:rPr lang="hr-HR" dirty="0" err="1"/>
            <a:t>Admin</a:t>
          </a:r>
          <a:r>
            <a:rPr lang="hr-HR" dirty="0"/>
            <a:t> Page</a:t>
          </a:r>
          <a:endParaRPr lang="en-GB" dirty="0"/>
        </a:p>
      </dgm:t>
    </dgm:pt>
    <dgm:pt modelId="{AF0F6D52-2885-4B07-9F46-1C45518CFCCB}" type="parTrans" cxnId="{EE0BC480-2566-4BB1-99F7-BB5F59CAFFBA}">
      <dgm:prSet/>
      <dgm:spPr/>
      <dgm:t>
        <a:bodyPr/>
        <a:lstStyle/>
        <a:p>
          <a:endParaRPr lang="en-GB"/>
        </a:p>
      </dgm:t>
    </dgm:pt>
    <dgm:pt modelId="{0CE17396-FDED-4EB6-AEC8-D7B79493E70D}" type="sibTrans" cxnId="{EE0BC480-2566-4BB1-99F7-BB5F59CAFFBA}">
      <dgm:prSet/>
      <dgm:spPr/>
      <dgm:t>
        <a:bodyPr/>
        <a:lstStyle/>
        <a:p>
          <a:endParaRPr lang="en-GB"/>
        </a:p>
      </dgm:t>
    </dgm:pt>
    <dgm:pt modelId="{75489DF6-7B5D-46CC-AEF8-72B02D095E47}">
      <dgm:prSet phldrT="[Text]"/>
      <dgm:spPr/>
      <dgm:t>
        <a:bodyPr/>
        <a:lstStyle/>
        <a:p>
          <a:r>
            <a:rPr lang="hr-HR" dirty="0"/>
            <a:t>Uređivanje profila</a:t>
          </a:r>
          <a:endParaRPr lang="en-GB" dirty="0"/>
        </a:p>
      </dgm:t>
    </dgm:pt>
    <dgm:pt modelId="{D71C4085-C7AC-4CB5-BCEA-DFBAE2EB0117}" type="parTrans" cxnId="{8CFA6DD5-BBB3-45ED-83D0-E0F7603A2AF5}">
      <dgm:prSet/>
      <dgm:spPr/>
      <dgm:t>
        <a:bodyPr/>
        <a:lstStyle/>
        <a:p>
          <a:endParaRPr lang="en-GB"/>
        </a:p>
      </dgm:t>
    </dgm:pt>
    <dgm:pt modelId="{28E8B4E9-B800-4254-A1FE-D4769CE47CD9}" type="sibTrans" cxnId="{8CFA6DD5-BBB3-45ED-83D0-E0F7603A2AF5}">
      <dgm:prSet/>
      <dgm:spPr/>
      <dgm:t>
        <a:bodyPr/>
        <a:lstStyle/>
        <a:p>
          <a:endParaRPr lang="en-GB"/>
        </a:p>
      </dgm:t>
    </dgm:pt>
    <dgm:pt modelId="{57653DEE-F9E1-4AE6-89E3-38F911971E96}">
      <dgm:prSet phldrT="[Text]"/>
      <dgm:spPr/>
      <dgm:t>
        <a:bodyPr/>
        <a:lstStyle/>
        <a:p>
          <a:r>
            <a:rPr lang="hr-HR" dirty="0"/>
            <a:t>14.1.2025. – 23.1.2025.</a:t>
          </a:r>
          <a:endParaRPr lang="en-GB" dirty="0"/>
        </a:p>
      </dgm:t>
    </dgm:pt>
    <dgm:pt modelId="{84D8A0EB-1AC9-4904-A606-EC5B57F18E46}" type="parTrans" cxnId="{5D7622F3-E8F6-4710-9BAD-F89E364F02A0}">
      <dgm:prSet/>
      <dgm:spPr/>
      <dgm:t>
        <a:bodyPr/>
        <a:lstStyle/>
        <a:p>
          <a:endParaRPr lang="en-GB"/>
        </a:p>
      </dgm:t>
    </dgm:pt>
    <dgm:pt modelId="{7E6A0338-11B0-47DB-9C9B-AAF666CEA7D0}" type="sibTrans" cxnId="{5D7622F3-E8F6-4710-9BAD-F89E364F02A0}">
      <dgm:prSet/>
      <dgm:spPr/>
      <dgm:t>
        <a:bodyPr/>
        <a:lstStyle/>
        <a:p>
          <a:endParaRPr lang="en-GB"/>
        </a:p>
      </dgm:t>
    </dgm:pt>
    <dgm:pt modelId="{A407E6C1-BDC7-47A4-881B-6B5B5D85FF46}">
      <dgm:prSet phldrT="[Text]"/>
      <dgm:spPr/>
      <dgm:t>
        <a:bodyPr/>
        <a:lstStyle/>
        <a:p>
          <a:r>
            <a:rPr lang="hr-HR" dirty="0"/>
            <a:t>Recenzije</a:t>
          </a:r>
          <a:endParaRPr lang="en-GB" dirty="0"/>
        </a:p>
      </dgm:t>
    </dgm:pt>
    <dgm:pt modelId="{87478610-968D-447A-8529-D235F6B8F10C}" type="parTrans" cxnId="{385C6736-06BF-4788-9BCA-E6DD3E4E676F}">
      <dgm:prSet/>
      <dgm:spPr/>
      <dgm:t>
        <a:bodyPr/>
        <a:lstStyle/>
        <a:p>
          <a:endParaRPr lang="en-US"/>
        </a:p>
      </dgm:t>
    </dgm:pt>
    <dgm:pt modelId="{CF84AD6F-28A0-4246-A249-B54872C5794B}" type="sibTrans" cxnId="{385C6736-06BF-4788-9BCA-E6DD3E4E676F}">
      <dgm:prSet/>
      <dgm:spPr/>
      <dgm:t>
        <a:bodyPr/>
        <a:lstStyle/>
        <a:p>
          <a:endParaRPr lang="en-US"/>
        </a:p>
      </dgm:t>
    </dgm:pt>
    <dgm:pt modelId="{C098BC53-8993-4D85-8AA6-671009651753}">
      <dgm:prSet phldrT="[Text]"/>
      <dgm:spPr/>
      <dgm:t>
        <a:bodyPr/>
        <a:lstStyle/>
        <a:p>
          <a:r>
            <a:rPr lang="hr-HR" err="1"/>
            <a:t>Recepcionist</a:t>
          </a:r>
          <a:r>
            <a:rPr lang="hr-HR"/>
            <a:t> pregled</a:t>
          </a:r>
          <a:endParaRPr lang="en-GB" dirty="0"/>
        </a:p>
      </dgm:t>
    </dgm:pt>
    <dgm:pt modelId="{45677727-3430-47D0-A1B4-FDA410CE3CEA}" type="parTrans" cxnId="{E462FC2F-8AEC-4BCC-A7D4-D4ED5F5C35AD}">
      <dgm:prSet/>
      <dgm:spPr/>
      <dgm:t>
        <a:bodyPr/>
        <a:lstStyle/>
        <a:p>
          <a:endParaRPr lang="en-US"/>
        </a:p>
      </dgm:t>
    </dgm:pt>
    <dgm:pt modelId="{9C38476F-D92A-4516-996B-CD46316C61D9}" type="sibTrans" cxnId="{E462FC2F-8AEC-4BCC-A7D4-D4ED5F5C35AD}">
      <dgm:prSet/>
      <dgm:spPr/>
      <dgm:t>
        <a:bodyPr/>
        <a:lstStyle/>
        <a:p>
          <a:endParaRPr lang="en-US"/>
        </a:p>
      </dgm:t>
    </dgm:pt>
    <dgm:pt modelId="{06D797EE-AD81-4E1E-812E-A1A21BF2F8A3}">
      <dgm:prSet phldrT="[Text]"/>
      <dgm:spPr/>
      <dgm:t>
        <a:bodyPr/>
        <a:lstStyle/>
        <a:p>
          <a:r>
            <a:rPr lang="hr-HR" dirty="0"/>
            <a:t>Testiranje</a:t>
          </a:r>
          <a:endParaRPr lang="en-GB" dirty="0"/>
        </a:p>
      </dgm:t>
    </dgm:pt>
    <dgm:pt modelId="{1BC493D2-BA8B-4DC3-B6D3-E26EC7A776D1}" type="parTrans" cxnId="{4B4C9A51-D382-4333-A85C-D200F6FA5834}">
      <dgm:prSet/>
      <dgm:spPr/>
      <dgm:t>
        <a:bodyPr/>
        <a:lstStyle/>
        <a:p>
          <a:endParaRPr lang="en-US"/>
        </a:p>
      </dgm:t>
    </dgm:pt>
    <dgm:pt modelId="{A4C8E0AC-0564-4DCE-AF07-E2992EECDC9F}" type="sibTrans" cxnId="{4B4C9A51-D382-4333-A85C-D200F6FA5834}">
      <dgm:prSet/>
      <dgm:spPr/>
      <dgm:t>
        <a:bodyPr/>
        <a:lstStyle/>
        <a:p>
          <a:endParaRPr lang="en-US"/>
        </a:p>
      </dgm:t>
    </dgm:pt>
    <dgm:pt modelId="{0BDF9688-A36C-44A4-B478-115AAB098326}">
      <dgm:prSet phldrT="[Text]"/>
      <dgm:spPr/>
      <dgm:t>
        <a:bodyPr/>
        <a:lstStyle/>
        <a:p>
          <a:r>
            <a:rPr lang="hr-HR"/>
            <a:t>Popravak deploya</a:t>
          </a:r>
          <a:endParaRPr lang="en-GB" dirty="0"/>
        </a:p>
      </dgm:t>
    </dgm:pt>
    <dgm:pt modelId="{E6C50D78-5F56-4A60-9AF6-10DC76D5EB32}" type="parTrans" cxnId="{E02DFEB1-0D79-430A-AA73-6620AE66F5A1}">
      <dgm:prSet/>
      <dgm:spPr/>
      <dgm:t>
        <a:bodyPr/>
        <a:lstStyle/>
        <a:p>
          <a:endParaRPr lang="en-US"/>
        </a:p>
      </dgm:t>
    </dgm:pt>
    <dgm:pt modelId="{B09A5AC0-E670-4030-9A57-1EF521F9F4CD}" type="sibTrans" cxnId="{E02DFEB1-0D79-430A-AA73-6620AE66F5A1}">
      <dgm:prSet/>
      <dgm:spPr/>
      <dgm:t>
        <a:bodyPr/>
        <a:lstStyle/>
        <a:p>
          <a:endParaRPr lang="en-US"/>
        </a:p>
      </dgm:t>
    </dgm:pt>
    <dgm:pt modelId="{7F07056D-D1AA-4AE3-840D-092183DA384D}">
      <dgm:prSet phldrT="[Text]"/>
      <dgm:spPr/>
      <dgm:t>
        <a:bodyPr/>
        <a:lstStyle/>
        <a:p>
          <a:r>
            <a:rPr lang="hr-HR"/>
            <a:t>Finalno deployanje</a:t>
          </a:r>
          <a:endParaRPr lang="en-GB" dirty="0"/>
        </a:p>
      </dgm:t>
    </dgm:pt>
    <dgm:pt modelId="{D3AA6852-0055-46F6-8449-68A1A3E8C826}" type="parTrans" cxnId="{095B966E-87C4-438A-9FAD-63EE2C92A9E8}">
      <dgm:prSet/>
      <dgm:spPr/>
      <dgm:t>
        <a:bodyPr/>
        <a:lstStyle/>
        <a:p>
          <a:endParaRPr lang="en-US"/>
        </a:p>
      </dgm:t>
    </dgm:pt>
    <dgm:pt modelId="{6DBBB72C-B7AA-4023-81E5-8D8D04B54FE2}" type="sibTrans" cxnId="{095B966E-87C4-438A-9FAD-63EE2C92A9E8}">
      <dgm:prSet/>
      <dgm:spPr/>
      <dgm:t>
        <a:bodyPr/>
        <a:lstStyle/>
        <a:p>
          <a:endParaRPr lang="en-US"/>
        </a:p>
      </dgm:t>
    </dgm:pt>
    <dgm:pt modelId="{ACA4BA60-5C17-4828-964B-976A5D332A71}">
      <dgm:prSet phldrT="[Text]"/>
      <dgm:spPr/>
      <dgm:t>
        <a:bodyPr/>
        <a:lstStyle/>
        <a:p>
          <a:r>
            <a:rPr lang="hr-HR"/>
            <a:t>Rijesavanje errora</a:t>
          </a:r>
          <a:endParaRPr lang="en-GB" dirty="0"/>
        </a:p>
      </dgm:t>
    </dgm:pt>
    <dgm:pt modelId="{F59DA593-BEE7-449B-B66E-C4C46CF7506E}" type="parTrans" cxnId="{5F01524E-C8C6-4FD4-8A0D-B9A870449811}">
      <dgm:prSet/>
      <dgm:spPr/>
      <dgm:t>
        <a:bodyPr/>
        <a:lstStyle/>
        <a:p>
          <a:endParaRPr lang="en-US"/>
        </a:p>
      </dgm:t>
    </dgm:pt>
    <dgm:pt modelId="{587D9292-998A-4BD6-8AF6-EC2F72654AA1}" type="sibTrans" cxnId="{5F01524E-C8C6-4FD4-8A0D-B9A870449811}">
      <dgm:prSet/>
      <dgm:spPr/>
      <dgm:t>
        <a:bodyPr/>
        <a:lstStyle/>
        <a:p>
          <a:endParaRPr lang="en-US"/>
        </a:p>
      </dgm:t>
    </dgm:pt>
    <dgm:pt modelId="{710E0F20-7661-41D4-803F-5AD433ED4CAF}" type="pres">
      <dgm:prSet presAssocID="{B149044A-37ED-4056-9282-28CE2A5EFA6E}" presName="Name0" presStyleCnt="0">
        <dgm:presLayoutVars>
          <dgm:dir/>
          <dgm:animLvl val="lvl"/>
          <dgm:resizeHandles val="exact"/>
        </dgm:presLayoutVars>
      </dgm:prSet>
      <dgm:spPr/>
    </dgm:pt>
    <dgm:pt modelId="{8000B841-FC18-48CA-A5DC-4B10727C6CBE}" type="pres">
      <dgm:prSet presAssocID="{B149044A-37ED-4056-9282-28CE2A5EFA6E}" presName="tSp" presStyleCnt="0"/>
      <dgm:spPr/>
    </dgm:pt>
    <dgm:pt modelId="{44DEBBFD-0501-4162-B445-2A529089B5C4}" type="pres">
      <dgm:prSet presAssocID="{B149044A-37ED-4056-9282-28CE2A5EFA6E}" presName="bSp" presStyleCnt="0"/>
      <dgm:spPr/>
    </dgm:pt>
    <dgm:pt modelId="{F975ED1A-DC8B-413A-AD11-7CA8F9BC7FC2}" type="pres">
      <dgm:prSet presAssocID="{B149044A-37ED-4056-9282-28CE2A5EFA6E}" presName="process" presStyleCnt="0"/>
      <dgm:spPr/>
    </dgm:pt>
    <dgm:pt modelId="{5F4EE893-9BFF-49DC-9B1D-E0227A3A56E0}" type="pres">
      <dgm:prSet presAssocID="{332EDA33-4EC6-4344-95FA-0F258C5F4653}" presName="composite1" presStyleCnt="0"/>
      <dgm:spPr/>
    </dgm:pt>
    <dgm:pt modelId="{EA78A807-CE4F-4D4C-93D5-AA5F4FBAD973}" type="pres">
      <dgm:prSet presAssocID="{332EDA33-4EC6-4344-95FA-0F258C5F4653}" presName="dummyNode1" presStyleLbl="node1" presStyleIdx="0" presStyleCnt="3"/>
      <dgm:spPr/>
    </dgm:pt>
    <dgm:pt modelId="{487EACB2-B12F-4BE3-BD9B-F0E1B404F74B}" type="pres">
      <dgm:prSet presAssocID="{332EDA33-4EC6-4344-95FA-0F258C5F4653}" presName="childNode1" presStyleLbl="bgAcc1" presStyleIdx="0" presStyleCnt="3">
        <dgm:presLayoutVars>
          <dgm:bulletEnabled val="1"/>
        </dgm:presLayoutVars>
      </dgm:prSet>
      <dgm:spPr/>
    </dgm:pt>
    <dgm:pt modelId="{EF7F6230-39FA-40E8-B9F7-1651BF1E30C0}" type="pres">
      <dgm:prSet presAssocID="{332EDA33-4EC6-4344-95FA-0F258C5F4653}" presName="childNode1tx" presStyleLbl="bgAcc1" presStyleIdx="0" presStyleCnt="3">
        <dgm:presLayoutVars>
          <dgm:bulletEnabled val="1"/>
        </dgm:presLayoutVars>
      </dgm:prSet>
      <dgm:spPr/>
    </dgm:pt>
    <dgm:pt modelId="{90BEEAFF-4DE0-4B42-9DB6-F27A9CF3B7D7}" type="pres">
      <dgm:prSet presAssocID="{332EDA33-4EC6-4344-95FA-0F258C5F4653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0D23203A-BA95-43ED-B365-CA03129A727E}" type="pres">
      <dgm:prSet presAssocID="{332EDA33-4EC6-4344-95FA-0F258C5F4653}" presName="connSite1" presStyleCnt="0"/>
      <dgm:spPr/>
    </dgm:pt>
    <dgm:pt modelId="{2432D2B4-2EDC-434B-B33A-03DEE845E8AC}" type="pres">
      <dgm:prSet presAssocID="{F7ED9D18-B5CB-4EED-BC0A-305E07AFBCB8}" presName="Name9" presStyleLbl="sibTrans2D1" presStyleIdx="0" presStyleCnt="2"/>
      <dgm:spPr/>
    </dgm:pt>
    <dgm:pt modelId="{A1D59977-F048-4FA1-BFD5-D5E8D6D59EEA}" type="pres">
      <dgm:prSet presAssocID="{6CC6CC50-2F3E-4B5A-AD2C-7C81A6E521BB}" presName="composite2" presStyleCnt="0"/>
      <dgm:spPr/>
    </dgm:pt>
    <dgm:pt modelId="{42E91DFA-078A-48DE-B43C-71D28B80D842}" type="pres">
      <dgm:prSet presAssocID="{6CC6CC50-2F3E-4B5A-AD2C-7C81A6E521BB}" presName="dummyNode2" presStyleLbl="node1" presStyleIdx="0" presStyleCnt="3"/>
      <dgm:spPr/>
    </dgm:pt>
    <dgm:pt modelId="{5F7B04E2-E47C-417A-8731-E48134B10EAA}" type="pres">
      <dgm:prSet presAssocID="{6CC6CC50-2F3E-4B5A-AD2C-7C81A6E521BB}" presName="childNode2" presStyleLbl="bgAcc1" presStyleIdx="1" presStyleCnt="3">
        <dgm:presLayoutVars>
          <dgm:bulletEnabled val="1"/>
        </dgm:presLayoutVars>
      </dgm:prSet>
      <dgm:spPr/>
    </dgm:pt>
    <dgm:pt modelId="{46971FFC-F9CF-4D2B-BD9E-D4150397055D}" type="pres">
      <dgm:prSet presAssocID="{6CC6CC50-2F3E-4B5A-AD2C-7C81A6E521BB}" presName="childNode2tx" presStyleLbl="bgAcc1" presStyleIdx="1" presStyleCnt="3">
        <dgm:presLayoutVars>
          <dgm:bulletEnabled val="1"/>
        </dgm:presLayoutVars>
      </dgm:prSet>
      <dgm:spPr/>
    </dgm:pt>
    <dgm:pt modelId="{3E72A5AB-D391-4463-A587-9F2ECDF19EB7}" type="pres">
      <dgm:prSet presAssocID="{6CC6CC50-2F3E-4B5A-AD2C-7C81A6E521BB}" presName="parentNode2" presStyleLbl="node1" presStyleIdx="1" presStyleCnt="3">
        <dgm:presLayoutVars>
          <dgm:chMax val="0"/>
          <dgm:bulletEnabled val="1"/>
        </dgm:presLayoutVars>
      </dgm:prSet>
      <dgm:spPr/>
    </dgm:pt>
    <dgm:pt modelId="{F95E6963-B6AA-4E12-8654-738C58FCEA6F}" type="pres">
      <dgm:prSet presAssocID="{6CC6CC50-2F3E-4B5A-AD2C-7C81A6E521BB}" presName="connSite2" presStyleCnt="0"/>
      <dgm:spPr/>
    </dgm:pt>
    <dgm:pt modelId="{8577516B-9633-47FE-91B7-1A2465028B95}" type="pres">
      <dgm:prSet presAssocID="{B08822D0-BB73-4DFB-B127-4BA6D2EA8FBF}" presName="Name18" presStyleLbl="sibTrans2D1" presStyleIdx="1" presStyleCnt="2"/>
      <dgm:spPr/>
    </dgm:pt>
    <dgm:pt modelId="{4F9EAA60-E36C-4ED0-B44F-178DB126741C}" type="pres">
      <dgm:prSet presAssocID="{57653DEE-F9E1-4AE6-89E3-38F911971E96}" presName="composite1" presStyleCnt="0"/>
      <dgm:spPr/>
    </dgm:pt>
    <dgm:pt modelId="{16733002-34A3-4994-97EE-749B448896F1}" type="pres">
      <dgm:prSet presAssocID="{57653DEE-F9E1-4AE6-89E3-38F911971E96}" presName="dummyNode1" presStyleLbl="node1" presStyleIdx="1" presStyleCnt="3"/>
      <dgm:spPr/>
    </dgm:pt>
    <dgm:pt modelId="{59B71635-B22D-4619-889D-39E8267B6945}" type="pres">
      <dgm:prSet presAssocID="{57653DEE-F9E1-4AE6-89E3-38F911971E96}" presName="childNode1" presStyleLbl="bgAcc1" presStyleIdx="2" presStyleCnt="3">
        <dgm:presLayoutVars>
          <dgm:bulletEnabled val="1"/>
        </dgm:presLayoutVars>
      </dgm:prSet>
      <dgm:spPr/>
    </dgm:pt>
    <dgm:pt modelId="{0BD81032-144F-44FC-9E1B-CC472227CD89}" type="pres">
      <dgm:prSet presAssocID="{57653DEE-F9E1-4AE6-89E3-38F911971E96}" presName="childNode1tx" presStyleLbl="bgAcc1" presStyleIdx="2" presStyleCnt="3">
        <dgm:presLayoutVars>
          <dgm:bulletEnabled val="1"/>
        </dgm:presLayoutVars>
      </dgm:prSet>
      <dgm:spPr/>
    </dgm:pt>
    <dgm:pt modelId="{B4E23390-E0A9-43CA-86DF-CCD613C3F535}" type="pres">
      <dgm:prSet presAssocID="{57653DEE-F9E1-4AE6-89E3-38F911971E96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9458259C-76DB-4792-95AC-76DFE7DA427A}" type="pres">
      <dgm:prSet presAssocID="{57653DEE-F9E1-4AE6-89E3-38F911971E96}" presName="connSite1" presStyleCnt="0"/>
      <dgm:spPr/>
    </dgm:pt>
  </dgm:ptLst>
  <dgm:cxnLst>
    <dgm:cxn modelId="{38922901-827C-434E-894C-A16DF7B13BAA}" type="presOf" srcId="{7F07056D-D1AA-4AE3-840D-092183DA384D}" destId="{59B71635-B22D-4619-889D-39E8267B6945}" srcOrd="0" destOrd="1" presId="urn:microsoft.com/office/officeart/2005/8/layout/hProcess4"/>
    <dgm:cxn modelId="{FBA22319-A850-4751-BB4F-2F7743AEE0DC}" srcId="{332EDA33-4EC6-4344-95FA-0F258C5F4653}" destId="{86F7B40D-5E12-4BEE-B074-C89F4889B209}" srcOrd="0" destOrd="0" parTransId="{40350054-A8D3-4FFE-93F3-FAC945903AE7}" sibTransId="{189812DE-A726-45FE-B1E4-F505D8E82E24}"/>
    <dgm:cxn modelId="{572F7D1D-1E32-4AF4-B492-4658DC703FFC}" type="presOf" srcId="{95AB45F2-3D51-4094-9824-F516B8CA0101}" destId="{487EACB2-B12F-4BE3-BD9B-F0E1B404F74B}" srcOrd="0" destOrd="1" presId="urn:microsoft.com/office/officeart/2005/8/layout/hProcess4"/>
    <dgm:cxn modelId="{1733481E-81B4-443D-BFAB-24AF7374AA7A}" type="presOf" srcId="{6CC6CC50-2F3E-4B5A-AD2C-7C81A6E521BB}" destId="{3E72A5AB-D391-4463-A587-9F2ECDF19EB7}" srcOrd="0" destOrd="0" presId="urn:microsoft.com/office/officeart/2005/8/layout/hProcess4"/>
    <dgm:cxn modelId="{C378E922-9B34-480F-AA28-4BA0988A8DF5}" type="presOf" srcId="{E24715B2-3077-4A17-85D8-752EFE22029C}" destId="{487EACB2-B12F-4BE3-BD9B-F0E1B404F74B}" srcOrd="0" destOrd="3" presId="urn:microsoft.com/office/officeart/2005/8/layout/hProcess4"/>
    <dgm:cxn modelId="{E462FC2F-8AEC-4BCC-A7D4-D4ED5F5C35AD}" srcId="{6CC6CC50-2F3E-4B5A-AD2C-7C81A6E521BB}" destId="{C098BC53-8993-4D85-8AA6-671009651753}" srcOrd="2" destOrd="0" parTransId="{45677727-3430-47D0-A1B4-FDA410CE3CEA}" sibTransId="{9C38476F-D92A-4516-996B-CD46316C61D9}"/>
    <dgm:cxn modelId="{D8250E34-3F5B-46CE-A350-8B292A3A1878}" type="presOf" srcId="{C098BC53-8993-4D85-8AA6-671009651753}" destId="{46971FFC-F9CF-4D2B-BD9E-D4150397055D}" srcOrd="1" destOrd="2" presId="urn:microsoft.com/office/officeart/2005/8/layout/hProcess4"/>
    <dgm:cxn modelId="{A9B54336-16F6-4FD7-9DAB-45A7D65F2605}" type="presOf" srcId="{C098BC53-8993-4D85-8AA6-671009651753}" destId="{5F7B04E2-E47C-417A-8731-E48134B10EAA}" srcOrd="0" destOrd="2" presId="urn:microsoft.com/office/officeart/2005/8/layout/hProcess4"/>
    <dgm:cxn modelId="{385C6736-06BF-4788-9BCA-E6DD3E4E676F}" srcId="{6CC6CC50-2F3E-4B5A-AD2C-7C81A6E521BB}" destId="{A407E6C1-BDC7-47A4-881B-6B5B5D85FF46}" srcOrd="1" destOrd="0" parTransId="{87478610-968D-447A-8529-D235F6B8F10C}" sibTransId="{CF84AD6F-28A0-4246-A249-B54872C5794B}"/>
    <dgm:cxn modelId="{77CEDD5D-15B3-450F-BB88-D39DC6D635C7}" type="presOf" srcId="{A407E6C1-BDC7-47A4-881B-6B5B5D85FF46}" destId="{46971FFC-F9CF-4D2B-BD9E-D4150397055D}" srcOrd="1" destOrd="1" presId="urn:microsoft.com/office/officeart/2005/8/layout/hProcess4"/>
    <dgm:cxn modelId="{24F92E5F-DE6C-4C42-9EF8-0306AFE5632A}" type="presOf" srcId="{A407E6C1-BDC7-47A4-881B-6B5B5D85FF46}" destId="{5F7B04E2-E47C-417A-8731-E48134B10EAA}" srcOrd="0" destOrd="1" presId="urn:microsoft.com/office/officeart/2005/8/layout/hProcess4"/>
    <dgm:cxn modelId="{79D4EE42-F212-4EAB-8EE9-A5BF925CA250}" type="presOf" srcId="{ACA4BA60-5C17-4828-964B-976A5D332A71}" destId="{0BD81032-144F-44FC-9E1B-CC472227CD89}" srcOrd="1" destOrd="2" presId="urn:microsoft.com/office/officeart/2005/8/layout/hProcess4"/>
    <dgm:cxn modelId="{DEF33C44-4A0B-47E5-9E25-DD3C2E07F2F4}" type="presOf" srcId="{B08822D0-BB73-4DFB-B127-4BA6D2EA8FBF}" destId="{8577516B-9633-47FE-91B7-1A2465028B95}" srcOrd="0" destOrd="0" presId="urn:microsoft.com/office/officeart/2005/8/layout/hProcess4"/>
    <dgm:cxn modelId="{C7875764-7752-4F6D-8441-F2B5313A5F2E}" type="presOf" srcId="{06D797EE-AD81-4E1E-812E-A1A21BF2F8A3}" destId="{0BD81032-144F-44FC-9E1B-CC472227CD89}" srcOrd="1" destOrd="0" presId="urn:microsoft.com/office/officeart/2005/8/layout/hProcess4"/>
    <dgm:cxn modelId="{231EF465-FB0B-4793-AED5-7C5C3050CBF6}" type="presOf" srcId="{2CCA5128-7F1F-4DFB-841F-A9ADD44E3B10}" destId="{EF7F6230-39FA-40E8-B9F7-1651BF1E30C0}" srcOrd="1" destOrd="2" presId="urn:microsoft.com/office/officeart/2005/8/layout/hProcess4"/>
    <dgm:cxn modelId="{4094AD6D-835A-4E36-94ED-B80CFFA8112D}" type="presOf" srcId="{86F7B40D-5E12-4BEE-B074-C89F4889B209}" destId="{487EACB2-B12F-4BE3-BD9B-F0E1B404F74B}" srcOrd="0" destOrd="0" presId="urn:microsoft.com/office/officeart/2005/8/layout/hProcess4"/>
    <dgm:cxn modelId="{5F01524E-C8C6-4FD4-8A0D-B9A870449811}" srcId="{57653DEE-F9E1-4AE6-89E3-38F911971E96}" destId="{ACA4BA60-5C17-4828-964B-976A5D332A71}" srcOrd="2" destOrd="0" parTransId="{F59DA593-BEE7-449B-B66E-C4C46CF7506E}" sibTransId="{587D9292-998A-4BD6-8AF6-EC2F72654AA1}"/>
    <dgm:cxn modelId="{095B966E-87C4-438A-9FAD-63EE2C92A9E8}" srcId="{57653DEE-F9E1-4AE6-89E3-38F911971E96}" destId="{7F07056D-D1AA-4AE3-840D-092183DA384D}" srcOrd="1" destOrd="0" parTransId="{D3AA6852-0055-46F6-8449-68A1A3E8C826}" sibTransId="{6DBBB72C-B7AA-4023-81E5-8D8D04B54FE2}"/>
    <dgm:cxn modelId="{AB2A8470-D65D-42E5-9CE2-8546D12F2459}" type="presOf" srcId="{332EDA33-4EC6-4344-95FA-0F258C5F4653}" destId="{90BEEAFF-4DE0-4B42-9DB6-F27A9CF3B7D7}" srcOrd="0" destOrd="0" presId="urn:microsoft.com/office/officeart/2005/8/layout/hProcess4"/>
    <dgm:cxn modelId="{4B4C9A51-D382-4333-A85C-D200F6FA5834}" srcId="{57653DEE-F9E1-4AE6-89E3-38F911971E96}" destId="{06D797EE-AD81-4E1E-812E-A1A21BF2F8A3}" srcOrd="0" destOrd="0" parTransId="{1BC493D2-BA8B-4DC3-B6D3-E26EC7A776D1}" sibTransId="{A4C8E0AC-0564-4DCE-AF07-E2992EECDC9F}"/>
    <dgm:cxn modelId="{20B64053-0316-4AD0-B541-803BA09D3541}" type="presOf" srcId="{B149044A-37ED-4056-9282-28CE2A5EFA6E}" destId="{710E0F20-7661-41D4-803F-5AD433ED4CAF}" srcOrd="0" destOrd="0" presId="urn:microsoft.com/office/officeart/2005/8/layout/hProcess4"/>
    <dgm:cxn modelId="{4DFA0C58-1D22-4CFF-8DEA-33237EF1E2FA}" srcId="{B149044A-37ED-4056-9282-28CE2A5EFA6E}" destId="{6CC6CC50-2F3E-4B5A-AD2C-7C81A6E521BB}" srcOrd="1" destOrd="0" parTransId="{BD1F1631-E953-4CF6-8C63-932CC3C0BB99}" sibTransId="{B08822D0-BB73-4DFB-B127-4BA6D2EA8FBF}"/>
    <dgm:cxn modelId="{EE0BC480-2566-4BB1-99F7-BB5F59CAFFBA}" srcId="{332EDA33-4EC6-4344-95FA-0F258C5F4653}" destId="{E24715B2-3077-4A17-85D8-752EFE22029C}" srcOrd="3" destOrd="0" parTransId="{AF0F6D52-2885-4B07-9F46-1C45518CFCCB}" sibTransId="{0CE17396-FDED-4EB6-AEC8-D7B79493E70D}"/>
    <dgm:cxn modelId="{E5422A8E-F625-4214-98BA-0E3E6C912074}" type="presOf" srcId="{57653DEE-F9E1-4AE6-89E3-38F911971E96}" destId="{B4E23390-E0A9-43CA-86DF-CCD613C3F535}" srcOrd="0" destOrd="0" presId="urn:microsoft.com/office/officeart/2005/8/layout/hProcess4"/>
    <dgm:cxn modelId="{20FA8995-EFF9-4E4B-A29E-63D219AAD74D}" type="presOf" srcId="{7F07056D-D1AA-4AE3-840D-092183DA384D}" destId="{0BD81032-144F-44FC-9E1B-CC472227CD89}" srcOrd="1" destOrd="1" presId="urn:microsoft.com/office/officeart/2005/8/layout/hProcess4"/>
    <dgm:cxn modelId="{E02DFEB1-0D79-430A-AA73-6620AE66F5A1}" srcId="{332EDA33-4EC6-4344-95FA-0F258C5F4653}" destId="{0BDF9688-A36C-44A4-B478-115AAB098326}" srcOrd="4" destOrd="0" parTransId="{E6C50D78-5F56-4A60-9AF6-10DC76D5EB32}" sibTransId="{B09A5AC0-E670-4030-9A57-1EF521F9F4CD}"/>
    <dgm:cxn modelId="{FE3706B4-52A9-46A4-B912-8435A040FE88}" type="presOf" srcId="{06D797EE-AD81-4E1E-812E-A1A21BF2F8A3}" destId="{59B71635-B22D-4619-889D-39E8267B6945}" srcOrd="0" destOrd="0" presId="urn:microsoft.com/office/officeart/2005/8/layout/hProcess4"/>
    <dgm:cxn modelId="{7B9AE0B5-49CC-4CA4-A51F-49E4D2B8D356}" type="presOf" srcId="{2CCA5128-7F1F-4DFB-841F-A9ADD44E3B10}" destId="{487EACB2-B12F-4BE3-BD9B-F0E1B404F74B}" srcOrd="0" destOrd="2" presId="urn:microsoft.com/office/officeart/2005/8/layout/hProcess4"/>
    <dgm:cxn modelId="{0E23C4B7-F2C7-4ED2-91AB-A2EF19FE507A}" type="presOf" srcId="{95AB45F2-3D51-4094-9824-F516B8CA0101}" destId="{EF7F6230-39FA-40E8-B9F7-1651BF1E30C0}" srcOrd="1" destOrd="1" presId="urn:microsoft.com/office/officeart/2005/8/layout/hProcess4"/>
    <dgm:cxn modelId="{6F26D3B8-98E5-498B-9F40-F1A1A2576E68}" srcId="{332EDA33-4EC6-4344-95FA-0F258C5F4653}" destId="{95AB45F2-3D51-4094-9824-F516B8CA0101}" srcOrd="1" destOrd="0" parTransId="{D6A6CAFB-4B2C-4720-B7D5-5BBA016EFB60}" sibTransId="{88DEF74D-0FFC-4B51-82F2-1BDBA714F88C}"/>
    <dgm:cxn modelId="{465977BE-E0BA-452D-9E7F-E7DD7839A9CA}" type="presOf" srcId="{0BDF9688-A36C-44A4-B478-115AAB098326}" destId="{EF7F6230-39FA-40E8-B9F7-1651BF1E30C0}" srcOrd="1" destOrd="4" presId="urn:microsoft.com/office/officeart/2005/8/layout/hProcess4"/>
    <dgm:cxn modelId="{869CCAC1-6B62-42F0-8EE1-6F4474E1307A}" type="presOf" srcId="{E24715B2-3077-4A17-85D8-752EFE22029C}" destId="{EF7F6230-39FA-40E8-B9F7-1651BF1E30C0}" srcOrd="1" destOrd="3" presId="urn:microsoft.com/office/officeart/2005/8/layout/hProcess4"/>
    <dgm:cxn modelId="{8CFA6DD5-BBB3-45ED-83D0-E0F7603A2AF5}" srcId="{6CC6CC50-2F3E-4B5A-AD2C-7C81A6E521BB}" destId="{75489DF6-7B5D-46CC-AEF8-72B02D095E47}" srcOrd="0" destOrd="0" parTransId="{D71C4085-C7AC-4CB5-BCEA-DFBAE2EB0117}" sibTransId="{28E8B4E9-B800-4254-A1FE-D4769CE47CD9}"/>
    <dgm:cxn modelId="{20195AD5-5DA7-4A4B-B726-A8328F6CEF41}" type="presOf" srcId="{86F7B40D-5E12-4BEE-B074-C89F4889B209}" destId="{EF7F6230-39FA-40E8-B9F7-1651BF1E30C0}" srcOrd="1" destOrd="0" presId="urn:microsoft.com/office/officeart/2005/8/layout/hProcess4"/>
    <dgm:cxn modelId="{C9C6F7DF-F0AD-4974-A949-C0B41A74D415}" type="presOf" srcId="{ACA4BA60-5C17-4828-964B-976A5D332A71}" destId="{59B71635-B22D-4619-889D-39E8267B6945}" srcOrd="0" destOrd="2" presId="urn:microsoft.com/office/officeart/2005/8/layout/hProcess4"/>
    <dgm:cxn modelId="{A29728E5-35B7-41BE-8358-D4C6886D808D}" srcId="{332EDA33-4EC6-4344-95FA-0F258C5F4653}" destId="{2CCA5128-7F1F-4DFB-841F-A9ADD44E3B10}" srcOrd="2" destOrd="0" parTransId="{32036801-FA3C-400C-926F-0A3F27B63B6D}" sibTransId="{83515933-7143-4B5B-BA5E-E7A73B1B0261}"/>
    <dgm:cxn modelId="{EAA4D8EF-2841-4ACD-82EF-DD2774AB1224}" type="presOf" srcId="{F7ED9D18-B5CB-4EED-BC0A-305E07AFBCB8}" destId="{2432D2B4-2EDC-434B-B33A-03DEE845E8AC}" srcOrd="0" destOrd="0" presId="urn:microsoft.com/office/officeart/2005/8/layout/hProcess4"/>
    <dgm:cxn modelId="{3BE1CDF2-39EE-493A-BFE2-54E97ECAA589}" type="presOf" srcId="{0BDF9688-A36C-44A4-B478-115AAB098326}" destId="{487EACB2-B12F-4BE3-BD9B-F0E1B404F74B}" srcOrd="0" destOrd="4" presId="urn:microsoft.com/office/officeart/2005/8/layout/hProcess4"/>
    <dgm:cxn modelId="{5D7622F3-E8F6-4710-9BAD-F89E364F02A0}" srcId="{B149044A-37ED-4056-9282-28CE2A5EFA6E}" destId="{57653DEE-F9E1-4AE6-89E3-38F911971E96}" srcOrd="2" destOrd="0" parTransId="{84D8A0EB-1AC9-4904-A606-EC5B57F18E46}" sibTransId="{7E6A0338-11B0-47DB-9C9B-AAF666CEA7D0}"/>
    <dgm:cxn modelId="{60D2F8F7-DFFE-43DD-BFE8-DB7402120645}" type="presOf" srcId="{75489DF6-7B5D-46CC-AEF8-72B02D095E47}" destId="{46971FFC-F9CF-4D2B-BD9E-D4150397055D}" srcOrd="1" destOrd="0" presId="urn:microsoft.com/office/officeart/2005/8/layout/hProcess4"/>
    <dgm:cxn modelId="{4D2865F9-045D-4F49-8BB2-28A7AC9EF672}" srcId="{B149044A-37ED-4056-9282-28CE2A5EFA6E}" destId="{332EDA33-4EC6-4344-95FA-0F258C5F4653}" srcOrd="0" destOrd="0" parTransId="{936113A7-3839-49A8-8E27-8C6A8586C9B7}" sibTransId="{F7ED9D18-B5CB-4EED-BC0A-305E07AFBCB8}"/>
    <dgm:cxn modelId="{FEE9F4FF-B37E-4608-A7F2-508E163BDA74}" type="presOf" srcId="{75489DF6-7B5D-46CC-AEF8-72B02D095E47}" destId="{5F7B04E2-E47C-417A-8731-E48134B10EAA}" srcOrd="0" destOrd="0" presId="urn:microsoft.com/office/officeart/2005/8/layout/hProcess4"/>
    <dgm:cxn modelId="{AA418876-04B0-4464-8F29-BA0EFC08BDA4}" type="presParOf" srcId="{710E0F20-7661-41D4-803F-5AD433ED4CAF}" destId="{8000B841-FC18-48CA-A5DC-4B10727C6CBE}" srcOrd="0" destOrd="0" presId="urn:microsoft.com/office/officeart/2005/8/layout/hProcess4"/>
    <dgm:cxn modelId="{483CA4CB-8BBA-49B2-A841-268CA97D077D}" type="presParOf" srcId="{710E0F20-7661-41D4-803F-5AD433ED4CAF}" destId="{44DEBBFD-0501-4162-B445-2A529089B5C4}" srcOrd="1" destOrd="0" presId="urn:microsoft.com/office/officeart/2005/8/layout/hProcess4"/>
    <dgm:cxn modelId="{72F7CC62-5A9F-40E1-AFF5-3F1B4F6A986C}" type="presParOf" srcId="{710E0F20-7661-41D4-803F-5AD433ED4CAF}" destId="{F975ED1A-DC8B-413A-AD11-7CA8F9BC7FC2}" srcOrd="2" destOrd="0" presId="urn:microsoft.com/office/officeart/2005/8/layout/hProcess4"/>
    <dgm:cxn modelId="{4715C93E-378A-4850-864E-C0A6547E6EB2}" type="presParOf" srcId="{F975ED1A-DC8B-413A-AD11-7CA8F9BC7FC2}" destId="{5F4EE893-9BFF-49DC-9B1D-E0227A3A56E0}" srcOrd="0" destOrd="0" presId="urn:microsoft.com/office/officeart/2005/8/layout/hProcess4"/>
    <dgm:cxn modelId="{1467F9F5-F843-4CB9-9957-B3B3D72010A9}" type="presParOf" srcId="{5F4EE893-9BFF-49DC-9B1D-E0227A3A56E0}" destId="{EA78A807-CE4F-4D4C-93D5-AA5F4FBAD973}" srcOrd="0" destOrd="0" presId="urn:microsoft.com/office/officeart/2005/8/layout/hProcess4"/>
    <dgm:cxn modelId="{89E82959-B295-4B5E-AC85-2EAC8ADCB9A2}" type="presParOf" srcId="{5F4EE893-9BFF-49DC-9B1D-E0227A3A56E0}" destId="{487EACB2-B12F-4BE3-BD9B-F0E1B404F74B}" srcOrd="1" destOrd="0" presId="urn:microsoft.com/office/officeart/2005/8/layout/hProcess4"/>
    <dgm:cxn modelId="{387901D0-A4D0-454B-9560-2E3EF9134605}" type="presParOf" srcId="{5F4EE893-9BFF-49DC-9B1D-E0227A3A56E0}" destId="{EF7F6230-39FA-40E8-B9F7-1651BF1E30C0}" srcOrd="2" destOrd="0" presId="urn:microsoft.com/office/officeart/2005/8/layout/hProcess4"/>
    <dgm:cxn modelId="{AB2851E5-4A30-458A-BF2A-0D2CD6D7B714}" type="presParOf" srcId="{5F4EE893-9BFF-49DC-9B1D-E0227A3A56E0}" destId="{90BEEAFF-4DE0-4B42-9DB6-F27A9CF3B7D7}" srcOrd="3" destOrd="0" presId="urn:microsoft.com/office/officeart/2005/8/layout/hProcess4"/>
    <dgm:cxn modelId="{DE7FED82-EAD2-402A-9A32-4B8F2D878E79}" type="presParOf" srcId="{5F4EE893-9BFF-49DC-9B1D-E0227A3A56E0}" destId="{0D23203A-BA95-43ED-B365-CA03129A727E}" srcOrd="4" destOrd="0" presId="urn:microsoft.com/office/officeart/2005/8/layout/hProcess4"/>
    <dgm:cxn modelId="{37D2488F-92ED-46EF-A7F2-40E77CD0316D}" type="presParOf" srcId="{F975ED1A-DC8B-413A-AD11-7CA8F9BC7FC2}" destId="{2432D2B4-2EDC-434B-B33A-03DEE845E8AC}" srcOrd="1" destOrd="0" presId="urn:microsoft.com/office/officeart/2005/8/layout/hProcess4"/>
    <dgm:cxn modelId="{145FEC3D-D207-41AC-8F4C-01521D9DB2A8}" type="presParOf" srcId="{F975ED1A-DC8B-413A-AD11-7CA8F9BC7FC2}" destId="{A1D59977-F048-4FA1-BFD5-D5E8D6D59EEA}" srcOrd="2" destOrd="0" presId="urn:microsoft.com/office/officeart/2005/8/layout/hProcess4"/>
    <dgm:cxn modelId="{9EA5A727-3528-491C-A1CC-8694EC3353F9}" type="presParOf" srcId="{A1D59977-F048-4FA1-BFD5-D5E8D6D59EEA}" destId="{42E91DFA-078A-48DE-B43C-71D28B80D842}" srcOrd="0" destOrd="0" presId="urn:microsoft.com/office/officeart/2005/8/layout/hProcess4"/>
    <dgm:cxn modelId="{3B6D4C28-D9A1-4A38-9971-71A1E4A9569C}" type="presParOf" srcId="{A1D59977-F048-4FA1-BFD5-D5E8D6D59EEA}" destId="{5F7B04E2-E47C-417A-8731-E48134B10EAA}" srcOrd="1" destOrd="0" presId="urn:microsoft.com/office/officeart/2005/8/layout/hProcess4"/>
    <dgm:cxn modelId="{DFF8F3A3-8F70-41D0-8DB5-16886CF9C8B2}" type="presParOf" srcId="{A1D59977-F048-4FA1-BFD5-D5E8D6D59EEA}" destId="{46971FFC-F9CF-4D2B-BD9E-D4150397055D}" srcOrd="2" destOrd="0" presId="urn:microsoft.com/office/officeart/2005/8/layout/hProcess4"/>
    <dgm:cxn modelId="{15E6B117-B212-4ACA-89EE-4F0228F7E825}" type="presParOf" srcId="{A1D59977-F048-4FA1-BFD5-D5E8D6D59EEA}" destId="{3E72A5AB-D391-4463-A587-9F2ECDF19EB7}" srcOrd="3" destOrd="0" presId="urn:microsoft.com/office/officeart/2005/8/layout/hProcess4"/>
    <dgm:cxn modelId="{4E7A59E9-FE93-443A-8216-2BAD3C41259C}" type="presParOf" srcId="{A1D59977-F048-4FA1-BFD5-D5E8D6D59EEA}" destId="{F95E6963-B6AA-4E12-8654-738C58FCEA6F}" srcOrd="4" destOrd="0" presId="urn:microsoft.com/office/officeart/2005/8/layout/hProcess4"/>
    <dgm:cxn modelId="{D9CE1FA0-4458-4FF7-9699-3EE4E22CBFD2}" type="presParOf" srcId="{F975ED1A-DC8B-413A-AD11-7CA8F9BC7FC2}" destId="{8577516B-9633-47FE-91B7-1A2465028B95}" srcOrd="3" destOrd="0" presId="urn:microsoft.com/office/officeart/2005/8/layout/hProcess4"/>
    <dgm:cxn modelId="{6E89CFCD-4EC7-4783-B4B3-725763C01A32}" type="presParOf" srcId="{F975ED1A-DC8B-413A-AD11-7CA8F9BC7FC2}" destId="{4F9EAA60-E36C-4ED0-B44F-178DB126741C}" srcOrd="4" destOrd="0" presId="urn:microsoft.com/office/officeart/2005/8/layout/hProcess4"/>
    <dgm:cxn modelId="{33A2E56D-1AE5-4A43-A54A-CD59C4821CF5}" type="presParOf" srcId="{4F9EAA60-E36C-4ED0-B44F-178DB126741C}" destId="{16733002-34A3-4994-97EE-749B448896F1}" srcOrd="0" destOrd="0" presId="urn:microsoft.com/office/officeart/2005/8/layout/hProcess4"/>
    <dgm:cxn modelId="{D46D2FDD-6F50-4CB8-9C52-909D0277772E}" type="presParOf" srcId="{4F9EAA60-E36C-4ED0-B44F-178DB126741C}" destId="{59B71635-B22D-4619-889D-39E8267B6945}" srcOrd="1" destOrd="0" presId="urn:microsoft.com/office/officeart/2005/8/layout/hProcess4"/>
    <dgm:cxn modelId="{620E2B43-1FBA-4B8D-BD71-D6BE3211C5EF}" type="presParOf" srcId="{4F9EAA60-E36C-4ED0-B44F-178DB126741C}" destId="{0BD81032-144F-44FC-9E1B-CC472227CD89}" srcOrd="2" destOrd="0" presId="urn:microsoft.com/office/officeart/2005/8/layout/hProcess4"/>
    <dgm:cxn modelId="{A0255A0A-8148-4621-9163-74DB0BB96D5E}" type="presParOf" srcId="{4F9EAA60-E36C-4ED0-B44F-178DB126741C}" destId="{B4E23390-E0A9-43CA-86DF-CCD613C3F535}" srcOrd="3" destOrd="0" presId="urn:microsoft.com/office/officeart/2005/8/layout/hProcess4"/>
    <dgm:cxn modelId="{A49A38FA-CAA0-4D77-886B-C0453375E601}" type="presParOf" srcId="{4F9EAA60-E36C-4ED0-B44F-178DB126741C}" destId="{9458259C-76DB-4792-95AC-76DFE7DA427A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EACB2-B12F-4BE3-BD9B-F0E1B404F74B}">
      <dsp:nvSpPr>
        <dsp:cNvPr id="0" name=""/>
        <dsp:cNvSpPr/>
      </dsp:nvSpPr>
      <dsp:spPr>
        <a:xfrm>
          <a:off x="3509" y="1937966"/>
          <a:ext cx="1848639" cy="1524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Funkcionalni/Nefunkcioni zahtjevi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Početni OAuth</a:t>
          </a:r>
          <a:endParaRPr lang="en-GB" sz="1100" kern="1200" dirty="0"/>
        </a:p>
      </dsp:txBody>
      <dsp:txXfrm>
        <a:off x="38598" y="1973055"/>
        <a:ext cx="1778461" cy="1127833"/>
      </dsp:txXfrm>
    </dsp:sp>
    <dsp:sp modelId="{2432D2B4-2EDC-434B-B33A-03DEE845E8AC}">
      <dsp:nvSpPr>
        <dsp:cNvPr id="0" name=""/>
        <dsp:cNvSpPr/>
      </dsp:nvSpPr>
      <dsp:spPr>
        <a:xfrm>
          <a:off x="1056589" y="2352088"/>
          <a:ext cx="1963401" cy="1963401"/>
        </a:xfrm>
        <a:prstGeom prst="leftCircularArrow">
          <a:avLst>
            <a:gd name="adj1" fmla="val 2774"/>
            <a:gd name="adj2" fmla="val 338277"/>
            <a:gd name="adj3" fmla="val 2113787"/>
            <a:gd name="adj4" fmla="val 9024489"/>
            <a:gd name="adj5" fmla="val 32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EEAFF-4DE0-4B42-9DB6-F27A9CF3B7D7}">
      <dsp:nvSpPr>
        <dsp:cNvPr id="0" name=""/>
        <dsp:cNvSpPr/>
      </dsp:nvSpPr>
      <dsp:spPr>
        <a:xfrm>
          <a:off x="414317" y="3135977"/>
          <a:ext cx="1643235" cy="653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13.10.2025 – 22.10.2025</a:t>
          </a:r>
          <a:endParaRPr lang="en-GB" sz="1900" kern="1200" dirty="0"/>
        </a:p>
      </dsp:txBody>
      <dsp:txXfrm>
        <a:off x="433456" y="3155116"/>
        <a:ext cx="1604957" cy="615182"/>
      </dsp:txXfrm>
    </dsp:sp>
    <dsp:sp modelId="{F0C07FF5-DF35-42DD-9912-C0C9F7F4E55E}">
      <dsp:nvSpPr>
        <dsp:cNvPr id="0" name=""/>
        <dsp:cNvSpPr/>
      </dsp:nvSpPr>
      <dsp:spPr>
        <a:xfrm>
          <a:off x="2316863" y="1937966"/>
          <a:ext cx="1848639" cy="1524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SpringBoot setup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Početna baza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Login stranica, početna stranica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Dijagram obrazaca uporabe, sekvencijski dijagrami</a:t>
          </a:r>
          <a:endParaRPr lang="en-GB" sz="1100" kern="1200" dirty="0"/>
        </a:p>
      </dsp:txBody>
      <dsp:txXfrm>
        <a:off x="2351952" y="2299786"/>
        <a:ext cx="1778461" cy="1127833"/>
      </dsp:txXfrm>
    </dsp:sp>
    <dsp:sp modelId="{2D6A1A6F-92F5-4736-8DD7-1350E81B92E0}">
      <dsp:nvSpPr>
        <dsp:cNvPr id="0" name=""/>
        <dsp:cNvSpPr/>
      </dsp:nvSpPr>
      <dsp:spPr>
        <a:xfrm>
          <a:off x="3354538" y="1025401"/>
          <a:ext cx="2199616" cy="2199616"/>
        </a:xfrm>
        <a:prstGeom prst="circularArrow">
          <a:avLst>
            <a:gd name="adj1" fmla="val 2476"/>
            <a:gd name="adj2" fmla="val 299864"/>
            <a:gd name="adj3" fmla="val 19524625"/>
            <a:gd name="adj4" fmla="val 12575511"/>
            <a:gd name="adj5" fmla="val 288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EA95-5A86-4F7E-90C4-E82F04613B2E}">
      <dsp:nvSpPr>
        <dsp:cNvPr id="0" name=""/>
        <dsp:cNvSpPr/>
      </dsp:nvSpPr>
      <dsp:spPr>
        <a:xfrm>
          <a:off x="2727672" y="1611236"/>
          <a:ext cx="1643235" cy="653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22.10.2025. – 31.10.2025.</a:t>
          </a:r>
          <a:endParaRPr lang="en-GB" sz="1900" kern="1200" dirty="0"/>
        </a:p>
      </dsp:txBody>
      <dsp:txXfrm>
        <a:off x="2746811" y="1630375"/>
        <a:ext cx="1604957" cy="615182"/>
      </dsp:txXfrm>
    </dsp:sp>
    <dsp:sp modelId="{3B395C2D-D16E-43F0-9679-89765F0D26E8}">
      <dsp:nvSpPr>
        <dsp:cNvPr id="0" name=""/>
        <dsp:cNvSpPr/>
      </dsp:nvSpPr>
      <dsp:spPr>
        <a:xfrm>
          <a:off x="4630217" y="1937966"/>
          <a:ext cx="1848639" cy="1524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Završni </a:t>
          </a:r>
          <a:r>
            <a:rPr lang="hr-HR" sz="1100" kern="1200" dirty="0" err="1"/>
            <a:t>Oauth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/>
            <a:t>Kreiranje recenzija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Dijagrami razreda</a:t>
          </a:r>
          <a:endParaRPr lang="en-GB" sz="1100" kern="1200" dirty="0"/>
        </a:p>
      </dsp:txBody>
      <dsp:txXfrm>
        <a:off x="4665306" y="1973055"/>
        <a:ext cx="1778461" cy="1127833"/>
      </dsp:txXfrm>
    </dsp:sp>
    <dsp:sp modelId="{CD8E1C46-8676-4CF7-890D-B7415888E38D}">
      <dsp:nvSpPr>
        <dsp:cNvPr id="0" name=""/>
        <dsp:cNvSpPr/>
      </dsp:nvSpPr>
      <dsp:spPr>
        <a:xfrm>
          <a:off x="5683297" y="2352088"/>
          <a:ext cx="1963401" cy="1963401"/>
        </a:xfrm>
        <a:prstGeom prst="leftCircularArrow">
          <a:avLst>
            <a:gd name="adj1" fmla="val 2774"/>
            <a:gd name="adj2" fmla="val 338277"/>
            <a:gd name="adj3" fmla="val 2113787"/>
            <a:gd name="adj4" fmla="val 9024489"/>
            <a:gd name="adj5" fmla="val 32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8BC3C-EA66-40E6-A844-8DA82B936B29}">
      <dsp:nvSpPr>
        <dsp:cNvPr id="0" name=""/>
        <dsp:cNvSpPr/>
      </dsp:nvSpPr>
      <dsp:spPr>
        <a:xfrm>
          <a:off x="5041026" y="3135977"/>
          <a:ext cx="1643235" cy="653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31.10.2025. – 9.11.2025.</a:t>
          </a:r>
          <a:endParaRPr lang="en-GB" sz="1900" kern="1200" dirty="0"/>
        </a:p>
      </dsp:txBody>
      <dsp:txXfrm>
        <a:off x="5060165" y="3155116"/>
        <a:ext cx="1604957" cy="615182"/>
      </dsp:txXfrm>
    </dsp:sp>
    <dsp:sp modelId="{9DFEBEF4-64AB-4CA5-B39B-26F519034491}">
      <dsp:nvSpPr>
        <dsp:cNvPr id="0" name=""/>
        <dsp:cNvSpPr/>
      </dsp:nvSpPr>
      <dsp:spPr>
        <a:xfrm>
          <a:off x="6943571" y="1937966"/>
          <a:ext cx="1848639" cy="15247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20955" rIns="20955" bIns="20955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Arhitektura sustava</a:t>
          </a:r>
          <a:endParaRPr lang="en-GB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100" kern="1200" dirty="0"/>
            <a:t>Deployment</a:t>
          </a:r>
          <a:endParaRPr lang="en-GB" sz="1100" kern="1200" dirty="0"/>
        </a:p>
      </dsp:txBody>
      <dsp:txXfrm>
        <a:off x="6978660" y="2299786"/>
        <a:ext cx="1778461" cy="1127833"/>
      </dsp:txXfrm>
    </dsp:sp>
    <dsp:sp modelId="{5DBA2693-C4AA-4CA7-A883-EE917EA82D0D}">
      <dsp:nvSpPr>
        <dsp:cNvPr id="0" name=""/>
        <dsp:cNvSpPr/>
      </dsp:nvSpPr>
      <dsp:spPr>
        <a:xfrm>
          <a:off x="7354380" y="1611236"/>
          <a:ext cx="1643235" cy="6534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95" tIns="24130" rIns="36195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1900" kern="1200" dirty="0"/>
            <a:t>10.11.2025 – 14.11.2025.</a:t>
          </a:r>
          <a:endParaRPr lang="en-GB" sz="1900" kern="1200" dirty="0"/>
        </a:p>
      </dsp:txBody>
      <dsp:txXfrm>
        <a:off x="7373519" y="1630375"/>
        <a:ext cx="1604957" cy="6151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EACB2-B12F-4BE3-BD9B-F0E1B404F74B}">
      <dsp:nvSpPr>
        <dsp:cNvPr id="0" name=""/>
        <dsp:cNvSpPr/>
      </dsp:nvSpPr>
      <dsp:spPr>
        <a:xfrm>
          <a:off x="5208" y="1674367"/>
          <a:ext cx="2487830" cy="20519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/>
            <a:t>Intuitivno sučelje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/>
            <a:t>Google mapa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/>
            <a:t>Kreiranje recenzije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 err="1"/>
            <a:t>Admin</a:t>
          </a:r>
          <a:r>
            <a:rPr lang="hr-HR" sz="1900" kern="1200" dirty="0"/>
            <a:t> Page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Popravak deploya</a:t>
          </a:r>
          <a:endParaRPr lang="en-GB" sz="1900" kern="1200" dirty="0"/>
        </a:p>
      </dsp:txBody>
      <dsp:txXfrm>
        <a:off x="52429" y="1721588"/>
        <a:ext cx="2393388" cy="1517796"/>
      </dsp:txXfrm>
    </dsp:sp>
    <dsp:sp modelId="{2432D2B4-2EDC-434B-B33A-03DEE845E8AC}">
      <dsp:nvSpPr>
        <dsp:cNvPr id="0" name=""/>
        <dsp:cNvSpPr/>
      </dsp:nvSpPr>
      <dsp:spPr>
        <a:xfrm>
          <a:off x="1422405" y="2231676"/>
          <a:ext cx="2642272" cy="2642272"/>
        </a:xfrm>
        <a:prstGeom prst="leftCircularArrow">
          <a:avLst>
            <a:gd name="adj1" fmla="val 2774"/>
            <a:gd name="adj2" fmla="val 338277"/>
            <a:gd name="adj3" fmla="val 2113787"/>
            <a:gd name="adj4" fmla="val 9024489"/>
            <a:gd name="adj5" fmla="val 32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BEEAFF-4DE0-4B42-9DB6-F27A9CF3B7D7}">
      <dsp:nvSpPr>
        <dsp:cNvPr id="0" name=""/>
        <dsp:cNvSpPr/>
      </dsp:nvSpPr>
      <dsp:spPr>
        <a:xfrm>
          <a:off x="558059" y="3286606"/>
          <a:ext cx="2211405" cy="879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9.12.2025 – 5.1.2026</a:t>
          </a:r>
          <a:endParaRPr lang="en-GB" sz="2800" kern="1200" dirty="0"/>
        </a:p>
      </dsp:txBody>
      <dsp:txXfrm>
        <a:off x="583816" y="3312363"/>
        <a:ext cx="2159891" cy="827888"/>
      </dsp:txXfrm>
    </dsp:sp>
    <dsp:sp modelId="{5F7B04E2-E47C-417A-8731-E48134B10EAA}">
      <dsp:nvSpPr>
        <dsp:cNvPr id="0" name=""/>
        <dsp:cNvSpPr/>
      </dsp:nvSpPr>
      <dsp:spPr>
        <a:xfrm>
          <a:off x="3118434" y="1674367"/>
          <a:ext cx="2487830" cy="20519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/>
            <a:t>Uređivanje profila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/>
            <a:t>Recenzije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err="1"/>
            <a:t>Recepcionist</a:t>
          </a:r>
          <a:r>
            <a:rPr lang="hr-HR" sz="1900" kern="1200"/>
            <a:t> pregled</a:t>
          </a:r>
          <a:endParaRPr lang="en-GB" sz="1900" kern="1200" dirty="0"/>
        </a:p>
      </dsp:txBody>
      <dsp:txXfrm>
        <a:off x="3165655" y="2161289"/>
        <a:ext cx="2393388" cy="1517796"/>
      </dsp:txXfrm>
    </dsp:sp>
    <dsp:sp modelId="{8577516B-9633-47FE-91B7-1A2465028B95}">
      <dsp:nvSpPr>
        <dsp:cNvPr id="0" name=""/>
        <dsp:cNvSpPr/>
      </dsp:nvSpPr>
      <dsp:spPr>
        <a:xfrm>
          <a:off x="4514898" y="446271"/>
          <a:ext cx="2960161" cy="2960161"/>
        </a:xfrm>
        <a:prstGeom prst="circularArrow">
          <a:avLst>
            <a:gd name="adj1" fmla="val 2476"/>
            <a:gd name="adj2" fmla="val 299864"/>
            <a:gd name="adj3" fmla="val 19524625"/>
            <a:gd name="adj4" fmla="val 12575511"/>
            <a:gd name="adj5" fmla="val 2888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72A5AB-D391-4463-A587-9F2ECDF19EB7}">
      <dsp:nvSpPr>
        <dsp:cNvPr id="0" name=""/>
        <dsp:cNvSpPr/>
      </dsp:nvSpPr>
      <dsp:spPr>
        <a:xfrm>
          <a:off x="3671285" y="1234666"/>
          <a:ext cx="2211405" cy="879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5.1.2026. – 14.1.2026.</a:t>
          </a:r>
          <a:endParaRPr lang="en-GB" sz="2800" kern="1200" dirty="0"/>
        </a:p>
      </dsp:txBody>
      <dsp:txXfrm>
        <a:off x="3697042" y="1260423"/>
        <a:ext cx="2159891" cy="827888"/>
      </dsp:txXfrm>
    </dsp:sp>
    <dsp:sp modelId="{59B71635-B22D-4619-889D-39E8267B6945}">
      <dsp:nvSpPr>
        <dsp:cNvPr id="0" name=""/>
        <dsp:cNvSpPr/>
      </dsp:nvSpPr>
      <dsp:spPr>
        <a:xfrm>
          <a:off x="6231660" y="1674367"/>
          <a:ext cx="2487830" cy="20519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95" tIns="36195" rIns="36195" bIns="36195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 dirty="0"/>
            <a:t>Testiranje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Finalno deployanje</a:t>
          </a:r>
          <a:endParaRPr lang="en-GB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r-HR" sz="1900" kern="1200"/>
            <a:t>Rijesavanje errora</a:t>
          </a:r>
          <a:endParaRPr lang="en-GB" sz="1900" kern="1200" dirty="0"/>
        </a:p>
      </dsp:txBody>
      <dsp:txXfrm>
        <a:off x="6278881" y="1721588"/>
        <a:ext cx="2393388" cy="1517796"/>
      </dsp:txXfrm>
    </dsp:sp>
    <dsp:sp modelId="{B4E23390-E0A9-43CA-86DF-CCD613C3F535}">
      <dsp:nvSpPr>
        <dsp:cNvPr id="0" name=""/>
        <dsp:cNvSpPr/>
      </dsp:nvSpPr>
      <dsp:spPr>
        <a:xfrm>
          <a:off x="6784511" y="3286606"/>
          <a:ext cx="2211405" cy="879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800" kern="1200" dirty="0"/>
            <a:t>14.1.2025. – 23.1.2025.</a:t>
          </a:r>
          <a:endParaRPr lang="en-GB" sz="2800" kern="1200" dirty="0"/>
        </a:p>
      </dsp:txBody>
      <dsp:txXfrm>
        <a:off x="6810268" y="3312363"/>
        <a:ext cx="2159891" cy="827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596D4-CB16-4BAD-83F6-7E8077D61F81}" type="datetimeFigureOut">
              <a:rPr lang="hr-HR" smtClean="0"/>
              <a:t>23.1.2026.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45738E-9CB8-443D-AC33-32367D54213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40785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90689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list no need to elaborate in this stage!</a:t>
            </a:r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70201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Navedite samo svoju viziju projektne ideje...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45738E-9CB8-443D-AC33-32367D542132}" type="slidenum">
              <a:rPr lang="hr-HR" smtClean="0"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510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ight Triangle 32">
            <a:extLst>
              <a:ext uri="{FF2B5EF4-FFF2-40B4-BE49-F238E27FC236}">
                <a16:creationId xmlns:a16="http://schemas.microsoft.com/office/drawing/2014/main" id="{2A737799-F072-47E1-A678-5CE12F097D06}"/>
              </a:ext>
            </a:extLst>
          </p:cNvPr>
          <p:cNvSpPr/>
          <p:nvPr/>
        </p:nvSpPr>
        <p:spPr>
          <a:xfrm flipH="1">
            <a:off x="4496837" y="4722829"/>
            <a:ext cx="4644854" cy="2135171"/>
          </a:xfrm>
          <a:prstGeom prst="rtTriangle">
            <a:avLst/>
          </a:prstGeom>
          <a:blipFill dpi="0" rotWithShape="0">
            <a:blip r:embed="rId2"/>
            <a:srcRect/>
            <a:tile tx="0" ty="-393700" sx="100000" sy="100000" flip="none" algn="tl"/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1541283"/>
          </a:xfrm>
        </p:spPr>
        <p:txBody>
          <a:bodyPr lIns="252000" tIns="46800" rIns="252000" anchor="ctr">
            <a:normAutofit/>
          </a:bodyPr>
          <a:lstStyle>
            <a:lvl1pPr algn="ctr">
              <a:defRPr lang="en-US" sz="2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A13A86-3F68-4CBB-B661-B96A001B15BE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2AA1C2-ED49-4B0D-9C5A-6D47DFC70771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4FC8746-DFC2-4DDF-B034-CED2ACE15704}"/>
                </a:ext>
              </a:extLst>
            </p:cNvPr>
            <p:cNvSpPr/>
            <p:nvPr userDrawn="1"/>
          </p:nvSpPr>
          <p:spPr>
            <a:xfrm rot="16200000">
              <a:off x="514859" y="-51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94884E1-E6D8-48CB-B7A9-438FB51C78F5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32F5CBCA-0AB8-4B6A-8A03-C549C7F3AE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79000"/>
          </a:blip>
          <a:srcRect l="13474" t="23715" r="15700" b="21450"/>
          <a:stretch/>
        </p:blipFill>
        <p:spPr>
          <a:xfrm>
            <a:off x="7499927" y="308066"/>
            <a:ext cx="1416947" cy="684000"/>
          </a:xfrm>
          <a:prstGeom prst="rect">
            <a:avLst/>
          </a:prstGeom>
        </p:spPr>
      </p:pic>
      <p:pic>
        <p:nvPicPr>
          <p:cNvPr id="16" name="Picture 15" descr="A screenshot of a video game&#10;&#10;Description automatically generated">
            <a:extLst>
              <a:ext uri="{FF2B5EF4-FFF2-40B4-BE49-F238E27FC236}">
                <a16:creationId xmlns:a16="http://schemas.microsoft.com/office/drawing/2014/main" id="{304A50E9-593B-484E-BBFD-7D99ADECD2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72"/>
          <a:stretch/>
        </p:blipFill>
        <p:spPr>
          <a:xfrm>
            <a:off x="629310" y="543433"/>
            <a:ext cx="2495116" cy="246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E779F65-BFE6-4D96-B824-8575890A4185}"/>
              </a:ext>
            </a:extLst>
          </p:cNvPr>
          <p:cNvSpPr txBox="1"/>
          <p:nvPr/>
        </p:nvSpPr>
        <p:spPr>
          <a:xfrm>
            <a:off x="6299200" y="1668720"/>
            <a:ext cx="3155393" cy="64344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7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54D68C4-3DFA-4D90-89DF-550D8FB0DB2C}"/>
              </a:ext>
            </a:extLst>
          </p:cNvPr>
          <p:cNvGrpSpPr/>
          <p:nvPr/>
        </p:nvGrpSpPr>
        <p:grpSpPr>
          <a:xfrm>
            <a:off x="8541834" y="2712985"/>
            <a:ext cx="602166" cy="689744"/>
            <a:chOff x="8541834" y="2712985"/>
            <a:chExt cx="602166" cy="68974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91C753-BAAB-4424-9E32-3F1432529749}"/>
                </a:ext>
              </a:extLst>
            </p:cNvPr>
            <p:cNvSpPr/>
            <p:nvPr userDrawn="1"/>
          </p:nvSpPr>
          <p:spPr>
            <a:xfrm>
              <a:off x="9000000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86BC744-DC4B-4A55-B6FA-A711EC8ACF52}"/>
                </a:ext>
              </a:extLst>
            </p:cNvPr>
            <p:cNvSpPr/>
            <p:nvPr userDrawn="1"/>
          </p:nvSpPr>
          <p:spPr>
            <a:xfrm>
              <a:off x="8772874" y="2718729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0AA3319-80CC-4953-81CC-A4C7D5063739}"/>
                </a:ext>
              </a:extLst>
            </p:cNvPr>
            <p:cNvSpPr/>
            <p:nvPr userDrawn="1"/>
          </p:nvSpPr>
          <p:spPr>
            <a:xfrm>
              <a:off x="8541834" y="2712985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9B169C9B-ABD9-49DB-8ECD-EBB51008CF4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0606" t="17629" r="15252" b="19248"/>
          <a:stretch/>
        </p:blipFill>
        <p:spPr>
          <a:xfrm>
            <a:off x="6472518" y="270901"/>
            <a:ext cx="836453" cy="82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B217BDC-58CC-FADA-1B39-623F12755E0B}"/>
              </a:ext>
            </a:extLst>
          </p:cNvPr>
          <p:cNvSpPr txBox="1"/>
          <p:nvPr userDrawn="1"/>
        </p:nvSpPr>
        <p:spPr>
          <a:xfrm>
            <a:off x="2757249" y="3212658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7A9A7D-F6F6-0F08-90E6-4F20750E9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292" y="5227023"/>
            <a:ext cx="777240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721124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>
            <a:alphaModFix amt="10000"/>
            <a:lum/>
          </a:blip>
          <a:srcRect/>
          <a:stretch>
            <a:fillRect l="85000" t="93000" r="1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9D65BC3-0390-487E-9343-57013C37910B}"/>
              </a:ext>
            </a:extLst>
          </p:cNvPr>
          <p:cNvGrpSpPr/>
          <p:nvPr/>
        </p:nvGrpSpPr>
        <p:grpSpPr>
          <a:xfrm>
            <a:off x="0" y="0"/>
            <a:ext cx="1370309" cy="6858000"/>
            <a:chOff x="0" y="0"/>
            <a:chExt cx="1370309" cy="6858000"/>
          </a:xfrm>
          <a:solidFill>
            <a:srgbClr val="FFB400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F4361EC-AED8-4B86-B0D1-15361ACD5BB7}"/>
                </a:ext>
              </a:extLst>
            </p:cNvPr>
            <p:cNvSpPr/>
            <p:nvPr userDrawn="1"/>
          </p:nvSpPr>
          <p:spPr>
            <a:xfrm>
              <a:off x="0" y="0"/>
              <a:ext cx="342900" cy="685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D7164C5-7F89-48EA-9906-0AF23BCC4882}"/>
                </a:ext>
              </a:extLst>
            </p:cNvPr>
            <p:cNvSpPr/>
            <p:nvPr userDrawn="1"/>
          </p:nvSpPr>
          <p:spPr>
            <a:xfrm rot="16200000">
              <a:off x="514859" y="6002550"/>
              <a:ext cx="342900" cy="1368000"/>
            </a:xfrm>
            <a:prstGeom prst="rect">
              <a:avLst/>
            </a:prstGeom>
            <a:grpFill/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screenshot of a video game&#10;&#10;Description automatically generated">
            <a:extLst>
              <a:ext uri="{FF2B5EF4-FFF2-40B4-BE49-F238E27FC236}">
                <a16:creationId xmlns:a16="http://schemas.microsoft.com/office/drawing/2014/main" id="{400D0D9E-702E-4495-B908-117D903B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72"/>
          <a:stretch/>
        </p:blipFill>
        <p:spPr>
          <a:xfrm>
            <a:off x="7680632" y="120349"/>
            <a:ext cx="1276193" cy="1260000"/>
          </a:xfrm>
          <a:prstGeom prst="rect">
            <a:avLst/>
          </a:prstGeom>
        </p:spPr>
      </p:pic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8E431-7FC2-47FC-A826-4B794B28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B4F37E-A6B4-4A59-A76A-E67F5B42B7AF}"/>
              </a:ext>
            </a:extLst>
          </p:cNvPr>
          <p:cNvCxnSpPr>
            <a:cxnSpLocks/>
          </p:cNvCxnSpPr>
          <p:nvPr/>
        </p:nvCxnSpPr>
        <p:spPr>
          <a:xfrm flipH="1">
            <a:off x="1071418" y="4581245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75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95554"/>
            <a:ext cx="7886700" cy="4931327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 sz="22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Franklin Gothic Book" panose="020B0503020102020204" pitchFamily="34" charset="0"/>
              <a:buChar char="―"/>
              <a:defRPr sz="1600"/>
            </a:lvl4pPr>
            <a:lvl5pPr marL="2057400" indent="-228600"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347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050AD4-29D0-47EA-9708-82FD8FAF1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0C09F13D-5F40-4714-BA42-EFC264DE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13164"/>
            <a:ext cx="3886200" cy="47637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255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44838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25EDF29-E7FA-42BB-A5D2-94CEEA4E580C}"/>
              </a:ext>
            </a:extLst>
          </p:cNvPr>
          <p:cNvCxnSpPr/>
          <p:nvPr/>
        </p:nvCxnSpPr>
        <p:spPr>
          <a:xfrm>
            <a:off x="1071418" y="1209961"/>
            <a:ext cx="6918037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5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377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blipFill dpi="0" rotWithShape="1">
          <a:blip r:embed="rId2">
            <a:alphaModFix amt="20000"/>
            <a:lum/>
          </a:blip>
          <a:srcRect/>
          <a:stretch>
            <a:fillRect l="1000" t="93000" r="85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7128" y="6492873"/>
            <a:ext cx="5929744" cy="376239"/>
          </a:xfr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89455" y="6492873"/>
            <a:ext cx="525895" cy="365125"/>
          </a:xfrm>
          <a:prstGeom prst="rect">
            <a:avLst/>
          </a:prstGeom>
        </p:spPr>
        <p:txBody>
          <a:bodyPr anchor="t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0" name="Picture 9" descr="A screenshot of a video game&#10;&#10;Description automatically generated">
            <a:extLst>
              <a:ext uri="{FF2B5EF4-FFF2-40B4-BE49-F238E27FC236}">
                <a16:creationId xmlns:a16="http://schemas.microsoft.com/office/drawing/2014/main" id="{25117F72-A25C-4562-B741-ED2B6BAAA2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650" b="772"/>
          <a:stretch/>
        </p:blipFill>
        <p:spPr>
          <a:xfrm>
            <a:off x="0" y="345965"/>
            <a:ext cx="554370" cy="864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3D72EFA-43C3-4986-8204-6D8755B204AF}"/>
              </a:ext>
            </a:extLst>
          </p:cNvPr>
          <p:cNvGrpSpPr/>
          <p:nvPr/>
        </p:nvGrpSpPr>
        <p:grpSpPr>
          <a:xfrm>
            <a:off x="8539904" y="435965"/>
            <a:ext cx="604096" cy="684000"/>
            <a:chOff x="24554" y="448418"/>
            <a:chExt cx="604096" cy="684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CFBAC80-66D2-4E1E-B3CA-BAEBB8E4FB80}"/>
                </a:ext>
              </a:extLst>
            </p:cNvPr>
            <p:cNvSpPr/>
            <p:nvPr userDrawn="1"/>
          </p:nvSpPr>
          <p:spPr>
            <a:xfrm>
              <a:off x="484650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912841-8D49-4A6E-A79D-84DDF6D39288}"/>
                </a:ext>
              </a:extLst>
            </p:cNvPr>
            <p:cNvSpPr/>
            <p:nvPr userDrawn="1"/>
          </p:nvSpPr>
          <p:spPr>
            <a:xfrm>
              <a:off x="25752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46B4486-4F05-4863-9050-63BBB7AAFF46}"/>
                </a:ext>
              </a:extLst>
            </p:cNvPr>
            <p:cNvSpPr/>
            <p:nvPr userDrawn="1"/>
          </p:nvSpPr>
          <p:spPr>
            <a:xfrm>
              <a:off x="24554" y="448418"/>
              <a:ext cx="144000" cy="684000"/>
            </a:xfrm>
            <a:prstGeom prst="rect">
              <a:avLst/>
            </a:prstGeom>
            <a:solidFill>
              <a:srgbClr val="FFB400"/>
            </a:solidFill>
            <a:ln>
              <a:solidFill>
                <a:srgbClr val="FFB4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4370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0" y="1"/>
            <a:ext cx="9144000" cy="1124744"/>
          </a:xfrm>
          <a:solidFill>
            <a:schemeClr val="bg1"/>
          </a:solidFill>
        </p:spPr>
        <p:txBody>
          <a:bodyPr/>
          <a:lstStyle>
            <a:lvl1pPr>
              <a:defRPr sz="4000"/>
            </a:lvl1pPr>
          </a:lstStyle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24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2997200"/>
            <a:ext cx="9144000" cy="122237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chemeClr val="accent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r>
              <a:rPr lang="en-US" noProof="0"/>
              <a:t>Click to edit Master subtitle style</a:t>
            </a:r>
            <a:endParaRPr lang="hr-HR" noProof="0" dirty="0"/>
          </a:p>
        </p:txBody>
      </p:sp>
      <p:sp>
        <p:nvSpPr>
          <p:cNvPr id="170" name="Rectangle 325"/>
          <p:cNvSpPr>
            <a:spLocks noChangeArrowheads="1"/>
          </p:cNvSpPr>
          <p:nvPr/>
        </p:nvSpPr>
        <p:spPr bwMode="auto">
          <a:xfrm>
            <a:off x="0" y="3573463"/>
            <a:ext cx="9144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None/>
              <a:defRPr/>
            </a:pPr>
            <a:endParaRPr lang="hr-HR" sz="2800" noProof="0" dirty="0">
              <a:solidFill>
                <a:srgbClr val="FF99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358" y="5597395"/>
            <a:ext cx="61912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892974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19138"/>
          </a:xfrm>
        </p:spPr>
        <p:txBody>
          <a:bodyPr/>
          <a:lstStyle/>
          <a:p>
            <a:r>
              <a:rPr lang="en-US" noProof="0"/>
              <a:t>Click to edit Master title style</a:t>
            </a:r>
            <a:endParaRPr lang="hr-HR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6613"/>
            <a:ext cx="4495800" cy="554513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hr-HR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3282859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lank">
            <a:extLst>
              <a:ext uri="{FF2B5EF4-FFF2-40B4-BE49-F238E27FC236}">
                <a16:creationId xmlns:a16="http://schemas.microsoft.com/office/drawing/2014/main" id="{DF900481-7CD7-44CE-90E6-3583037D52D9}"/>
              </a:ext>
            </a:extLst>
          </p:cNvPr>
          <p:cNvSpPr/>
          <p:nvPr/>
        </p:nvSpPr>
        <p:spPr bwMode="auto">
          <a:xfrm>
            <a:off x="13527" y="-4384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3"/>
          </a:xfrm>
          <a:effectLst/>
        </p:spPr>
        <p:txBody>
          <a:bodyPr anchor="b" anchorCtr="1"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949" y="5227023"/>
            <a:ext cx="8245160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cap="none"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pic>
        <p:nvPicPr>
          <p:cNvPr id="11" name="UNI_Logo">
            <a:extLst>
              <a:ext uri="{FF2B5EF4-FFF2-40B4-BE49-F238E27FC236}">
                <a16:creationId xmlns:a16="http://schemas.microsoft.com/office/drawing/2014/main" id="{B60ABF21-F805-4F5C-9378-DA9D7D2CB6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606" t="17629" r="15252" b="19248"/>
          <a:stretch/>
        </p:blipFill>
        <p:spPr>
          <a:xfrm>
            <a:off x="6770836" y="262594"/>
            <a:ext cx="727345" cy="720000"/>
          </a:xfrm>
          <a:prstGeom prst="rect">
            <a:avLst/>
          </a:prstGeom>
        </p:spPr>
      </p:pic>
      <p:pic>
        <p:nvPicPr>
          <p:cNvPr id="12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EC1CAE0A-3E29-4F8A-A85F-FFEEA39080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9000"/>
          </a:blip>
          <a:srcRect l="13474" t="23715" r="15700" b="21450"/>
          <a:stretch/>
        </p:blipFill>
        <p:spPr>
          <a:xfrm>
            <a:off x="7629063" y="345375"/>
            <a:ext cx="1188000" cy="582400"/>
          </a:xfrm>
          <a:prstGeom prst="rect">
            <a:avLst/>
          </a:prstGeom>
        </p:spPr>
      </p:pic>
      <p:sp>
        <p:nvSpPr>
          <p:cNvPr id="13" name="Course">
            <a:extLst>
              <a:ext uri="{FF2B5EF4-FFF2-40B4-BE49-F238E27FC236}">
                <a16:creationId xmlns:a16="http://schemas.microsoft.com/office/drawing/2014/main" id="{606EE227-E1A4-48CD-8072-A5BFFE497034}"/>
              </a:ext>
            </a:extLst>
          </p:cNvPr>
          <p:cNvSpPr txBox="1"/>
          <p:nvPr/>
        </p:nvSpPr>
        <p:spPr>
          <a:xfrm>
            <a:off x="6309966" y="2336793"/>
            <a:ext cx="2398143" cy="561474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noProof="0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Programsko inženjerstvo</a:t>
            </a:r>
          </a:p>
          <a:p>
            <a:pPr marL="0" algn="l" defTabSz="457200" rtl="0" eaLnBrk="1" latinLnBrk="0" hangingPunct="1">
              <a:lnSpc>
                <a:spcPct val="110000"/>
              </a:lnSpc>
            </a:pPr>
            <a:r>
              <a:rPr lang="hr-HR" sz="1800" b="1" kern="1200" cap="small" dirty="0">
                <a:solidFill>
                  <a:srgbClr val="363636"/>
                </a:solidFill>
                <a:latin typeface="Century Gothic" panose="020B0502020202020204" pitchFamily="34" charset="0"/>
                <a:ea typeface="+mn-ea"/>
                <a:cs typeface="+mn-cs"/>
              </a:rPr>
              <a:t>ID 183400</a:t>
            </a:r>
            <a:endParaRPr lang="en-US" sz="1200" noProof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A5D7BB-0877-4A5C-8FF5-FD8D403DF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70" y="0"/>
            <a:ext cx="3204212" cy="27740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0074D2-401D-5430-6887-B383F93FE29E}"/>
              </a:ext>
            </a:extLst>
          </p:cNvPr>
          <p:cNvSpPr txBox="1"/>
          <p:nvPr userDrawn="1"/>
        </p:nvSpPr>
        <p:spPr>
          <a:xfrm>
            <a:off x="2757249" y="3266875"/>
            <a:ext cx="33702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Prezentacija</a:t>
            </a:r>
            <a:r>
              <a:rPr lang="hr-HR" sz="2000" noProof="0" dirty="0">
                <a:latin typeface="Franklin Gothic Demi" panose="020B0703020102020204" pitchFamily="34" charset="0"/>
              </a:rPr>
              <a:t> </a:t>
            </a:r>
            <a:r>
              <a:rPr lang="hr-HR" sz="2000" b="0" kern="1200" cap="all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Franklin Gothic Demi" panose="020B0703020102020204" pitchFamily="34" charset="0"/>
                <a:ea typeface="+mj-ea"/>
                <a:cs typeface="+mj-cs"/>
              </a:rPr>
              <a:t>projekta</a:t>
            </a:r>
          </a:p>
        </p:txBody>
      </p:sp>
    </p:spTree>
    <p:extLst>
      <p:ext uri="{BB962C8B-B14F-4D97-AF65-F5344CB8AC3E}">
        <p14:creationId xmlns:p14="http://schemas.microsoft.com/office/powerpoint/2010/main" val="20511837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/>
          <a:lstStyle>
            <a:lvl1pPr marL="266700" indent="-266700">
              <a:defRPr>
                <a:solidFill>
                  <a:schemeClr val="tx1"/>
                </a:solidFill>
              </a:defRPr>
            </a:lvl1pPr>
            <a:lvl2pPr marL="486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597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6" y="2393953"/>
            <a:ext cx="8272211" cy="2147467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6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 cap="all">
                <a:solidFill>
                  <a:schemeClr val="accent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A2C86E-F1C7-46E0-95C6-696D16C6C694}" type="slidenum">
              <a:rPr lang="hr-HR" noProof="0" smtClean="0"/>
              <a:pPr>
                <a:defRPr/>
              </a:pPr>
              <a:t>‹#›</a:t>
            </a:fld>
            <a:endParaRPr lang="hr-HR" noProof="0" dirty="0"/>
          </a:p>
        </p:txBody>
      </p:sp>
    </p:spTree>
    <p:extLst>
      <p:ext uri="{BB962C8B-B14F-4D97-AF65-F5344CB8AC3E}">
        <p14:creationId xmlns:p14="http://schemas.microsoft.com/office/powerpoint/2010/main" val="3430365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999" y="972000"/>
            <a:ext cx="4680000" cy="5400000"/>
          </a:xfrm>
        </p:spPr>
        <p:txBody>
          <a:bodyPr>
            <a:normAutofit/>
          </a:bodyPr>
          <a:lstStyle>
            <a:lvl2pPr>
              <a:lnSpc>
                <a:spcPct val="100000"/>
              </a:lnSpc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2030" y="972000"/>
            <a:ext cx="4259971" cy="5400000"/>
          </a:xfrm>
        </p:spPr>
        <p:txBody>
          <a:bodyPr>
            <a:normAutofit/>
          </a:bodyPr>
          <a:lstStyle>
            <a:lvl2pPr marL="396000" indent="-252000">
              <a:lnSpc>
                <a:spcPct val="100000"/>
              </a:lnSpc>
              <a:defRPr lang="en-US" sz="20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13632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792000" y="-8857"/>
            <a:ext cx="7920000" cy="86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8" y="991413"/>
            <a:ext cx="4680000" cy="557784"/>
          </a:xfrm>
        </p:spPr>
        <p:txBody>
          <a:bodyPr anchor="ctr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98" y="1668252"/>
            <a:ext cx="4680000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12031" y="991417"/>
            <a:ext cx="4212288" cy="553373"/>
          </a:xfrm>
        </p:spPr>
        <p:txBody>
          <a:bodyPr anchor="ctr">
            <a:noAutofit/>
          </a:bodyPr>
          <a:lstStyle>
            <a:lvl1pPr marL="0" marR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marL="0" marR="0" lvl="0" indent="0" algn="l" defTabSz="25717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338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12028" y="1663842"/>
            <a:ext cx="4212288" cy="466948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53283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61483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/>
          </a:p>
        </p:txBody>
      </p:sp>
      <p:sp>
        <p:nvSpPr>
          <p:cNvPr id="5" name="Blank">
            <a:extLst>
              <a:ext uri="{FF2B5EF4-FFF2-40B4-BE49-F238E27FC236}">
                <a16:creationId xmlns:a16="http://schemas.microsoft.com/office/drawing/2014/main" id="{B6B16F86-9808-4367-B20B-899AF3F2BA32}"/>
              </a:ext>
            </a:extLst>
          </p:cNvPr>
          <p:cNvSpPr/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lg" len="lg"/>
          </a:ln>
          <a:effectLst/>
        </p:spPr>
        <p:txBody>
          <a:bodyPr vert="horz" wrap="none" lIns="50899" tIns="25004" rIns="50899" bIns="25004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indent="0" algn="ctr" defTabSz="5143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r-HR" sz="1125" b="1" i="0" u="none" strike="noStrike" cap="none" normalizeH="0" baseline="0" noProof="0" dirty="0">
              <a:ln>
                <a:noFill/>
              </a:ln>
              <a:solidFill>
                <a:schemeClr val="tx1"/>
              </a:solidFill>
              <a:effectLst/>
              <a:latin typeface="Franklin Gothic Medium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365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894" y="1008824"/>
            <a:ext cx="2273889" cy="1722419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75698" y="1008824"/>
            <a:ext cx="4988243" cy="5294004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100">
                <a:solidFill>
                  <a:schemeClr val="tx2"/>
                </a:solidFill>
              </a:defRPr>
            </a:lvl4pPr>
            <a:lvl5pPr>
              <a:defRPr sz="1100">
                <a:solidFill>
                  <a:schemeClr val="tx2"/>
                </a:solidFill>
              </a:defRPr>
            </a:lvl5pPr>
            <a:lvl6pPr>
              <a:defRPr sz="788">
                <a:solidFill>
                  <a:schemeClr val="tx2"/>
                </a:solidFill>
              </a:defRPr>
            </a:lvl6pPr>
            <a:lvl7pPr>
              <a:defRPr sz="788">
                <a:solidFill>
                  <a:schemeClr val="tx2"/>
                </a:solidFill>
              </a:defRPr>
            </a:lvl7pPr>
            <a:lvl8pPr>
              <a:defRPr sz="788">
                <a:solidFill>
                  <a:schemeClr val="tx2"/>
                </a:solidFill>
              </a:defRPr>
            </a:lvl8pPr>
            <a:lvl9pPr>
              <a:defRPr sz="788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5894" y="2836656"/>
            <a:ext cx="2273889" cy="3466175"/>
          </a:xfrm>
        </p:spPr>
        <p:txBody>
          <a:bodyPr anchor="t">
            <a:normAutofit/>
          </a:bodyPr>
          <a:lstStyle>
            <a:lvl1pPr marL="0" indent="0" algn="l">
              <a:buNone/>
              <a:defRPr sz="900">
                <a:solidFill>
                  <a:srgbClr val="FFFFFF"/>
                </a:solidFill>
              </a:defRPr>
            </a:lvl1pPr>
            <a:lvl2pPr marL="257175" indent="0">
              <a:buNone/>
              <a:defRPr sz="619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04465" y="6456919"/>
            <a:ext cx="2133599" cy="365125"/>
          </a:xfrm>
        </p:spPr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31" y="6452593"/>
            <a:ext cx="4836571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18726" y="6456919"/>
            <a:ext cx="789383" cy="365125"/>
          </a:xfrm>
        </p:spPr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56468548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4693389"/>
            <a:ext cx="8272212" cy="566738"/>
          </a:xfrm>
        </p:spPr>
        <p:txBody>
          <a:bodyPr anchor="b">
            <a:normAutofit/>
          </a:bodyPr>
          <a:lstStyle>
            <a:lvl1pPr algn="l"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7929" y="1042141"/>
            <a:ext cx="8468144" cy="3485610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5" y="5260127"/>
            <a:ext cx="8272213" cy="998148"/>
          </a:xfrm>
        </p:spPr>
        <p:txBody>
          <a:bodyPr anchor="t">
            <a:normAutofit/>
          </a:bodyPr>
          <a:lstStyle>
            <a:lvl1pPr marL="0" indent="0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19951030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5124846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043613" y="599725"/>
            <a:ext cx="2765487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53150" y="863600"/>
            <a:ext cx="234315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4" y="863600"/>
            <a:ext cx="5371219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67798906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9EB10-FBF8-4CBA-B026-F8DE91FFE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13" y="123825"/>
            <a:ext cx="8999537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16ABA-433E-479F-BD29-1C844B0A1F5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61950" y="1052513"/>
            <a:ext cx="4168775" cy="5043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B4264813-3E43-478F-B65D-0BC0200A93E3}"/>
              </a:ext>
            </a:extLst>
          </p:cNvPr>
          <p:cNvSpPr>
            <a:spLocks noGrp="1"/>
          </p:cNvSpPr>
          <p:nvPr>
            <p:ph type="clipArt" sz="half" idx="2"/>
          </p:nvPr>
        </p:nvSpPr>
        <p:spPr>
          <a:xfrm>
            <a:off x="4683125" y="1052513"/>
            <a:ext cx="4168775" cy="5043487"/>
          </a:xfrm>
        </p:spPr>
        <p:txBody>
          <a:bodyPr/>
          <a:lstStyle/>
          <a:p>
            <a:r>
              <a:rPr lang="en-US"/>
              <a:t>Click icon to add online image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167807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05A3D-D87F-4AF2-BA78-EC513449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1643063"/>
            <a:ext cx="8964612" cy="5619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9B210-E8A1-4163-B353-9596A4987A6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79388" y="2349500"/>
            <a:ext cx="4316412" cy="395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5EE46-BB07-40D1-BA76-9A68CCF90965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2349500"/>
            <a:ext cx="4316413" cy="1903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13EFCE-9805-4C10-9F35-FE6B61EEEB78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4405313"/>
            <a:ext cx="4316413" cy="1903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9D8B36-6841-48AB-ACDD-303377A5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14438" y="6453188"/>
            <a:ext cx="1773237" cy="319087"/>
          </a:xfrm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7546225-D832-45D6-9D1F-C2C29801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453188"/>
            <a:ext cx="2895600" cy="319087"/>
          </a:xfrm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993AD3A-68A5-4246-9D01-4FF480FA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450" y="6440488"/>
            <a:ext cx="2133600" cy="319087"/>
          </a:xfrm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71035309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E4BB-D381-461E-98CE-EC214FB2C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704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5E26-D24E-448B-A60D-AC4ADA325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5600" y="1295400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580C4-0743-475D-99BC-A08C21692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0" y="3832225"/>
            <a:ext cx="8255000" cy="238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707834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33B67453-1C01-4A88-9B88-0395558C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59563"/>
            <a:ext cx="9144000" cy="198437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B15CA-4405-4999-8824-E5B89AB2F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5734050"/>
            <a:ext cx="85090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sr-Latn-RS" altLang="sr-Latn-RS" sz="1800" b="0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04BB0-89C9-40DD-B4C1-65ECA21B8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38175"/>
          </a:xfrm>
          <a:prstGeom prst="rect">
            <a:avLst/>
          </a:prstGeom>
          <a:solidFill>
            <a:srgbClr val="9EC54A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sr-Latn-RS" altLang="sr-Latn-RS" sz="2400" b="0" dirty="0">
              <a:ea typeface="ＭＳ Ｐゴシック" panose="020B0600070205080204" pitchFamily="34" charset="-128"/>
            </a:endParaRPr>
          </a:p>
        </p:txBody>
      </p:sp>
      <p:sp>
        <p:nvSpPr>
          <p:cNvPr id="7" name="Line 12">
            <a:extLst>
              <a:ext uri="{FF2B5EF4-FFF2-40B4-BE49-F238E27FC236}">
                <a16:creationId xmlns:a16="http://schemas.microsoft.com/office/drawing/2014/main" id="{EEC9831C-2EE5-4AB4-811F-0FD7517A5A6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3500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8" name="Line 13">
            <a:extLst>
              <a:ext uri="{FF2B5EF4-FFF2-40B4-BE49-F238E27FC236}">
                <a16:creationId xmlns:a16="http://schemas.microsoft.com/office/drawing/2014/main" id="{FB57BD19-2365-4510-B140-A8BF46017B45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61150"/>
            <a:ext cx="9144000" cy="0"/>
          </a:xfrm>
          <a:prstGeom prst="line">
            <a:avLst/>
          </a:prstGeom>
          <a:noFill/>
          <a:ln w="12700">
            <a:solidFill>
              <a:srgbClr val="E6C01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 dirty="0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E9247816-F8A1-437D-8876-CE3B543F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9175" y="6689725"/>
            <a:ext cx="504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E3A00050-2AD2-4E24-A959-018DA26B4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25" y="6376988"/>
            <a:ext cx="844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sr-Latn-RS" altLang="sr-Latn-RS" b="0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5240486D-8BBC-4E5F-AE3E-87568EC3A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2038" y="6626225"/>
            <a:ext cx="6064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0"/>
              </a:spcBef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487ECC7-754E-4F59-8E24-696A1ED399B9}" type="slidenum">
              <a:rPr lang="de-DE" altLang="sr-Latn-RS" sz="1000" b="0" smtClean="0">
                <a:solidFill>
                  <a:schemeClr val="bg1"/>
                </a:solidFill>
              </a:rPr>
              <a:pPr eaLnBrk="1" hangingPunct="1">
                <a:defRPr/>
              </a:pPr>
              <a:t>‹#›</a:t>
            </a:fld>
            <a:endParaRPr lang="de-DE" altLang="sr-Latn-RS" sz="1000" b="0" dirty="0">
              <a:solidFill>
                <a:schemeClr val="bg1"/>
              </a:solidFill>
            </a:endParaRPr>
          </a:p>
        </p:txBody>
      </p:sp>
      <p:pic>
        <p:nvPicPr>
          <p:cNvPr id="12" name="Picture 9" descr="MCAST">
            <a:extLst>
              <a:ext uri="{FF2B5EF4-FFF2-40B4-BE49-F238E27FC236}">
                <a16:creationId xmlns:a16="http://schemas.microsoft.com/office/drawing/2014/main" id="{5EBDEE4A-5D09-433E-904F-F1650F13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3313" y="185738"/>
            <a:ext cx="1484312" cy="29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9EE17B41-E6B1-4669-AD1B-D326DFF0B618}"/>
              </a:ext>
            </a:extLst>
          </p:cNvPr>
          <p:cNvSpPr txBox="1"/>
          <p:nvPr/>
        </p:nvSpPr>
        <p:spPr>
          <a:xfrm>
            <a:off x="0" y="6657975"/>
            <a:ext cx="9144000" cy="214313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15000"/>
              </a:lnSpc>
              <a:spcAft>
                <a:spcPts val="1000"/>
              </a:spcAft>
              <a:defRPr/>
            </a:pPr>
            <a:r>
              <a:rPr lang="en-US" sz="700" b="0" dirty="0">
                <a:ea typeface="Times New Roman"/>
                <a:cs typeface="Times New Roman"/>
              </a:rPr>
              <a:t>A Vocational Degree programme developed by MCAST and Fraunhofer IAO.</a:t>
            </a:r>
            <a:endParaRPr lang="de-DE" sz="700" b="0" dirty="0">
              <a:ea typeface="Times New Roman"/>
              <a:cs typeface="Times New Roman"/>
            </a:endParaRPr>
          </a:p>
        </p:txBody>
      </p:sp>
      <p:pic>
        <p:nvPicPr>
          <p:cNvPr id="14" name="Grafik 13" descr="C:\Dokumente und Einstellungen\sahin\Desktop\iao_85mm_p334.png">
            <a:extLst>
              <a:ext uri="{FF2B5EF4-FFF2-40B4-BE49-F238E27FC236}">
                <a16:creationId xmlns:a16="http://schemas.microsoft.com/office/drawing/2014/main" id="{118DF992-D6B3-42BA-B7AF-94ADD5D83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155575"/>
            <a:ext cx="1384300" cy="37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Inhaltsplatzhalter 14"/>
          <p:cNvSpPr>
            <a:spLocks noGrp="1"/>
          </p:cNvSpPr>
          <p:nvPr>
            <p:ph sz="quarter" idx="10"/>
          </p:nvPr>
        </p:nvSpPr>
        <p:spPr>
          <a:xfrm>
            <a:off x="372122" y="1917577"/>
            <a:ext cx="8443404" cy="4473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2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081" y="859963"/>
            <a:ext cx="8422689" cy="755773"/>
          </a:xfrm>
        </p:spPr>
        <p:txBody>
          <a:bodyPr anchor="b"/>
          <a:lstStyle>
            <a:lvl1pPr algn="ctr">
              <a:defRPr sz="2200" smtClean="0"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240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50938" y="533400"/>
            <a:ext cx="7793037" cy="769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0" y="1676400"/>
            <a:ext cx="9144000" cy="4456113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s-ES" noProof="0" dirty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878ED30-4CA5-4F36-903B-BB1F88A7DC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616777E-FC54-4224-94BE-6841457432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hr-HR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2A5E6CE-E56A-416E-B8B3-DBFD0971A9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6456871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6308" y="3685740"/>
            <a:ext cx="7772400" cy="2387600"/>
          </a:xfrm>
        </p:spPr>
        <p:txBody>
          <a:bodyPr lIns="252000" tIns="46800" rIns="252000"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82845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21" Type="http://schemas.microsoft.com/office/2007/relationships/hdphoto" Target="../media/hdphoto1.wdp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8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80548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000" y="36000"/>
            <a:ext cx="7920000" cy="828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" y="972000"/>
            <a:ext cx="9000000" cy="5400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63534" y="6501038"/>
            <a:ext cx="940649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46E8F5E-7C26-4DBA-9CDF-6E3092DFB447}" type="datetime1">
              <a:rPr lang="hr-HR" smtClean="0"/>
              <a:t>23.1.2026.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8803" y="6501039"/>
            <a:ext cx="6759654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none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hr-H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9260" y="6501038"/>
            <a:ext cx="475056" cy="288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A41844-C0CA-4144-9D6C-D993F0C0FAB4}" type="slidenum">
              <a:rPr lang="hr-HR" smtClean="0"/>
              <a:t>‹#›</a:t>
            </a:fld>
            <a:endParaRPr lang="hr-HR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9CEFA33-B437-4AA3-8275-93D2FF8194B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999" y="887249"/>
            <a:ext cx="9000000" cy="45719"/>
          </a:xfrm>
          <a:prstGeom prst="rect">
            <a:avLst/>
          </a:prstGeom>
          <a:gradFill rotWithShape="0">
            <a:gsLst>
              <a:gs pos="300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sp>
        <p:nvSpPr>
          <p:cNvPr id="20" name="Rectangle 7">
            <a:extLst>
              <a:ext uri="{FF2B5EF4-FFF2-40B4-BE49-F238E27FC236}">
                <a16:creationId xmlns:a16="http://schemas.microsoft.com/office/drawing/2014/main" id="{73C7DFB0-5E2B-4809-9C0B-ED751F9951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2" y="6816222"/>
            <a:ext cx="9143999" cy="36000"/>
          </a:xfrm>
          <a:prstGeom prst="rect">
            <a:avLst/>
          </a:prstGeom>
          <a:gradFill rotWithShape="0">
            <a:gsLst>
              <a:gs pos="3000">
                <a:schemeClr val="bg1">
                  <a:alpha val="56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kumimoji="1" lang="hr-HR" sz="1350" b="0" noProof="0" dirty="0">
              <a:latin typeface="Tahoma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B4C7E3-BB36-4260-BA39-D064CCA029A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5394" y="171448"/>
            <a:ext cx="697230" cy="548640"/>
          </a:xfrm>
          <a:prstGeom prst="rect">
            <a:avLst/>
          </a:prstGeom>
        </p:spPr>
      </p:pic>
      <p:pic>
        <p:nvPicPr>
          <p:cNvPr id="24" name="FER_logo" descr="A close up of a logo&#10;&#10;Description automatically generated">
            <a:extLst>
              <a:ext uri="{FF2B5EF4-FFF2-40B4-BE49-F238E27FC236}">
                <a16:creationId xmlns:a16="http://schemas.microsoft.com/office/drawing/2014/main" id="{75090067-1575-4BA5-A613-FCA8F5BA8302}"/>
              </a:ext>
            </a:extLst>
          </p:cNvPr>
          <p:cNvPicPr>
            <a:picLocks noChangeAspect="1"/>
          </p:cNvPicPr>
          <p:nvPr/>
        </p:nvPicPr>
        <p:blipFill rotWithShape="1">
          <a:blip r:embed="rId20">
            <a:alphaModFix amt="79000"/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3474" t="23715" r="15700" b="21450"/>
          <a:stretch/>
        </p:blipFill>
        <p:spPr>
          <a:xfrm>
            <a:off x="8469403" y="296918"/>
            <a:ext cx="634769" cy="30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18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hf hdr="0" ftr="0" dt="0"/>
  <p:txStyles>
    <p:titleStyle>
      <a:lvl1pPr algn="ctr" defTabSz="257175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2000" indent="-252000" algn="l" defTabSz="257175" rtl="0" eaLnBrk="1" latinLnBrk="0" hangingPunct="1">
        <a:lnSpc>
          <a:spcPct val="110000"/>
        </a:lnSpc>
        <a:spcBef>
          <a:spcPts val="5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400" kern="1200">
          <a:ln>
            <a:noFill/>
          </a:ln>
          <a:solidFill>
            <a:schemeClr val="tx1"/>
          </a:solidFill>
          <a:latin typeface="+mn-lt"/>
          <a:ea typeface="+mn-ea"/>
          <a:cs typeface="+mn-cs"/>
        </a:defRPr>
      </a:lvl1pPr>
      <a:lvl2pPr marL="396000" indent="-252000" algn="l" defTabSz="257175" rtl="0" eaLnBrk="1" latinLnBrk="0" hangingPunct="1">
        <a:spcBef>
          <a:spcPts val="400"/>
        </a:spcBef>
        <a:spcAft>
          <a:spcPts val="3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625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986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1125" indent="-131625" algn="l" defTabSz="257175" rtl="0" eaLnBrk="1" latinLnBrk="0" hangingPunct="1">
        <a:spcBef>
          <a:spcPct val="20000"/>
        </a:spcBef>
        <a:spcAft>
          <a:spcPts val="338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87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6pPr>
      <a:lvl7pPr marL="12375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7pPr>
      <a:lvl8pPr marL="140625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8pPr>
      <a:lvl9pPr marL="1575000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675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2947" y="3752009"/>
            <a:ext cx="8245162" cy="14750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/>
              <a:t>MODRILLA</a:t>
            </a:r>
            <a:endParaRPr lang="hr-HR" sz="40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9DD34-BFD2-8305-42BF-AA42E093F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328" y="5227023"/>
            <a:ext cx="7772400" cy="590321"/>
          </a:xfrm>
        </p:spPr>
        <p:txBody>
          <a:bodyPr>
            <a:normAutofit lnSpcReduction="10000"/>
          </a:bodyPr>
          <a:lstStyle/>
          <a:p>
            <a:r>
              <a:rPr lang="hr-HR" sz="1400" noProof="0" dirty="0"/>
              <a:t>Tim:  TG </a:t>
            </a:r>
            <a:r>
              <a:rPr lang="en-US" sz="1400" dirty="0"/>
              <a:t>03</a:t>
            </a:r>
            <a:r>
              <a:rPr lang="hr-HR" sz="1400" noProof="0" dirty="0"/>
              <a:t>.</a:t>
            </a:r>
            <a:r>
              <a:rPr lang="en-US" sz="1400" dirty="0"/>
              <a:t>3</a:t>
            </a:r>
            <a:r>
              <a:rPr lang="hr-HR" sz="1400" noProof="0" dirty="0"/>
              <a:t> </a:t>
            </a:r>
            <a:r>
              <a:rPr lang="en-US" sz="1400" noProof="0" dirty="0"/>
              <a:t>Julius Meinl</a:t>
            </a:r>
            <a:endParaRPr lang="hr-HR" sz="1400" noProof="0" dirty="0"/>
          </a:p>
          <a:p>
            <a:r>
              <a:rPr lang="hr-HR" noProof="0" dirty="0"/>
              <a:t>Ak. god. 2025./2025.</a:t>
            </a:r>
          </a:p>
        </p:txBody>
      </p:sp>
    </p:spTree>
    <p:extLst>
      <p:ext uri="{BB962C8B-B14F-4D97-AF65-F5344CB8AC3E}">
        <p14:creationId xmlns:p14="http://schemas.microsoft.com/office/powerpoint/2010/main" val="3657843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Sadržaj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r-HR" dirty="0"/>
              <a:t>Članovi tima</a:t>
            </a:r>
            <a:endParaRPr lang="hr-HR" noProof="0" dirty="0"/>
          </a:p>
          <a:p>
            <a:r>
              <a:rPr lang="hr-HR" noProof="0" dirty="0"/>
              <a:t>Opis zadatka</a:t>
            </a:r>
          </a:p>
          <a:p>
            <a:r>
              <a:rPr lang="hr-HR" noProof="0" dirty="0"/>
              <a:t>Pregled zahtjeva</a:t>
            </a:r>
          </a:p>
          <a:p>
            <a:r>
              <a:rPr lang="hr-HR" dirty="0"/>
              <a:t>UML dijagram obrazaca uporabe</a:t>
            </a:r>
          </a:p>
          <a:p>
            <a:r>
              <a:rPr lang="hr-HR" dirty="0"/>
              <a:t>Arhitektura i oblikovanje sustava	</a:t>
            </a:r>
          </a:p>
          <a:p>
            <a:r>
              <a:rPr lang="hr-HR" noProof="0" dirty="0"/>
              <a:t>I</a:t>
            </a:r>
            <a:r>
              <a:rPr lang="hr-HR" dirty="0" err="1"/>
              <a:t>spitivanje</a:t>
            </a:r>
            <a:r>
              <a:rPr lang="hr-HR" dirty="0"/>
              <a:t> sustava</a:t>
            </a:r>
            <a:endParaRPr lang="hr-HR" noProof="0" dirty="0"/>
          </a:p>
          <a:p>
            <a:r>
              <a:rPr lang="hr-HR" noProof="0" dirty="0"/>
              <a:t>Korišteni alati i tehnologije</a:t>
            </a:r>
          </a:p>
          <a:p>
            <a:r>
              <a:rPr lang="hr-HR" noProof="0" dirty="0"/>
              <a:t>Organizacija rada </a:t>
            </a:r>
          </a:p>
          <a:p>
            <a:r>
              <a:rPr lang="hr-HR" noProof="0" dirty="0"/>
              <a:t>Iskustva i zaključak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2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07531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CC5E-8F0C-4678-41F6-563B723DD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Tko je Julius </a:t>
            </a:r>
            <a:r>
              <a:rPr lang="hr-HR" noProof="0" dirty="0" err="1"/>
              <a:t>meinl</a:t>
            </a:r>
            <a:endParaRPr lang="hr-HR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85B14-6D23-2394-890E-2F2CE068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Roko Tojčić (voditelj tima, </a:t>
            </a:r>
            <a:r>
              <a:rPr lang="hr-HR" noProof="0" dirty="0" err="1"/>
              <a:t>devops</a:t>
            </a:r>
            <a:r>
              <a:rPr lang="en-US" dirty="0"/>
              <a:t>)</a:t>
            </a:r>
            <a:endParaRPr lang="hr-HR" noProof="0" dirty="0"/>
          </a:p>
          <a:p>
            <a:r>
              <a:rPr lang="hr-HR" dirty="0"/>
              <a:t>Andrija Rebić</a:t>
            </a:r>
            <a:r>
              <a:rPr lang="en-US" dirty="0"/>
              <a:t> (frontend)</a:t>
            </a:r>
            <a:endParaRPr lang="hr-HR" dirty="0"/>
          </a:p>
          <a:p>
            <a:r>
              <a:rPr lang="hr-HR" noProof="0" dirty="0"/>
              <a:t>Graci</a:t>
            </a:r>
            <a:r>
              <a:rPr lang="hr-HR" dirty="0"/>
              <a:t>a </a:t>
            </a:r>
            <a:r>
              <a:rPr lang="hr-HR" dirty="0" err="1"/>
              <a:t>Hlobik</a:t>
            </a:r>
            <a:r>
              <a:rPr lang="en-US" dirty="0"/>
              <a:t> (frontend)</a:t>
            </a:r>
            <a:endParaRPr lang="hr-HR" dirty="0"/>
          </a:p>
          <a:p>
            <a:r>
              <a:rPr lang="hr-HR" noProof="0" dirty="0"/>
              <a:t>Luka </a:t>
            </a:r>
            <a:r>
              <a:rPr lang="hr-HR" noProof="0" dirty="0" err="1"/>
              <a:t>Omrčen</a:t>
            </a:r>
            <a:r>
              <a:rPr lang="en-US" noProof="0" dirty="0"/>
              <a:t> (backend, </a:t>
            </a:r>
            <a:r>
              <a:rPr lang="en-US" noProof="0" dirty="0" err="1"/>
              <a:t>dokumentacija</a:t>
            </a:r>
            <a:r>
              <a:rPr lang="en-US" noProof="0" dirty="0"/>
              <a:t>)</a:t>
            </a:r>
            <a:endParaRPr lang="en-US" dirty="0"/>
          </a:p>
          <a:p>
            <a:r>
              <a:rPr lang="hr-HR" noProof="0" dirty="0"/>
              <a:t>Leni Bosnić</a:t>
            </a:r>
            <a:r>
              <a:rPr lang="en-US" noProof="0" dirty="0"/>
              <a:t> (backend, </a:t>
            </a:r>
            <a:r>
              <a:rPr lang="en-US" noProof="0" dirty="0" err="1"/>
              <a:t>dokumentacija</a:t>
            </a:r>
            <a:r>
              <a:rPr lang="en-US" noProof="0" dirty="0"/>
              <a:t>)</a:t>
            </a:r>
            <a:endParaRPr lang="hr-HR" noProof="0" dirty="0"/>
          </a:p>
          <a:p>
            <a:r>
              <a:rPr lang="hr-HR" dirty="0"/>
              <a:t>Leona Križanac</a:t>
            </a:r>
            <a:r>
              <a:rPr lang="en-US" dirty="0"/>
              <a:t> (backend, </a:t>
            </a:r>
            <a:r>
              <a:rPr lang="en-US" dirty="0" err="1"/>
              <a:t>dokumentacija</a:t>
            </a:r>
            <a:r>
              <a:rPr lang="en-US" dirty="0"/>
              <a:t>)</a:t>
            </a:r>
          </a:p>
          <a:p>
            <a:r>
              <a:rPr lang="hr-HR" dirty="0"/>
              <a:t>Nino </a:t>
            </a:r>
            <a:r>
              <a:rPr lang="hr-HR" dirty="0" err="1"/>
              <a:t>Ljubas</a:t>
            </a:r>
            <a:r>
              <a:rPr lang="en-US" dirty="0"/>
              <a:t> (backend)</a:t>
            </a:r>
            <a:endParaRPr lang="hr-HR" noProof="0" dirty="0"/>
          </a:p>
          <a:p>
            <a:pPr marL="0" indent="0">
              <a:buNone/>
            </a:pPr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E38AF-35BC-BD40-AC94-1AB4341B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035151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A0B7E-6D2D-545E-3942-807E5763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999" y="36000"/>
            <a:ext cx="7920000" cy="828262"/>
          </a:xfrm>
        </p:spPr>
        <p:txBody>
          <a:bodyPr/>
          <a:lstStyle/>
          <a:p>
            <a:r>
              <a:rPr lang="hr-HR" noProof="0" dirty="0"/>
              <a:t>O projektu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DC0A7-2EBE-B97D-F71C-97BD62047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99" y="972000"/>
            <a:ext cx="9000000" cy="54000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altLang="sr-Latn-RS" i="1" dirty="0"/>
              <a:t>Ova </a:t>
            </a:r>
            <a:r>
              <a:rPr lang="en-US" altLang="sr-Latn-RS" i="1" dirty="0" err="1"/>
              <a:t>aplikacija</a:t>
            </a:r>
            <a:r>
              <a:rPr lang="en-US" altLang="sr-Latn-RS" i="1" dirty="0"/>
              <a:t> se </a:t>
            </a:r>
            <a:r>
              <a:rPr lang="en-US" altLang="sr-Latn-RS" i="1" dirty="0" err="1"/>
              <a:t>bavi</a:t>
            </a:r>
            <a:r>
              <a:rPr lang="en-US" altLang="sr-Latn-RS" i="1" dirty="0"/>
              <a:t> </a:t>
            </a:r>
            <a:r>
              <a:rPr lang="en-US" altLang="sr-Latn-RS" i="1" dirty="0" err="1"/>
              <a:t>rije</a:t>
            </a:r>
            <a:r>
              <a:rPr lang="hr-HR" altLang="sr-Latn-RS" i="1" dirty="0" err="1"/>
              <a:t>šavanjem</a:t>
            </a:r>
            <a:r>
              <a:rPr lang="hr-HR" altLang="sr-Latn-RS" i="1" dirty="0"/>
              <a:t> online rezerviranja soba i dodatnog sadržaja u hotelu. </a:t>
            </a:r>
          </a:p>
          <a:p>
            <a:pPr marL="0" lvl="0" indent="0">
              <a:buNone/>
            </a:pPr>
            <a:endParaRPr lang="hr-HR" altLang="sr-Latn-RS" dirty="0"/>
          </a:p>
          <a:p>
            <a:pPr lvl="0"/>
            <a:r>
              <a:rPr lang="hr-HR" altLang="sr-Latn-RS" dirty="0"/>
              <a:t>Neke od funkcionalnosti:</a:t>
            </a:r>
          </a:p>
          <a:p>
            <a:pPr lvl="1"/>
            <a:r>
              <a:rPr lang="hr-HR" altLang="sr-Latn-RS" dirty="0"/>
              <a:t>Kreiranje rezervacija</a:t>
            </a:r>
          </a:p>
          <a:p>
            <a:pPr lvl="1"/>
            <a:r>
              <a:rPr lang="hr-HR" altLang="sr-Latn-RS" dirty="0"/>
              <a:t>Ostavljanje recenzija</a:t>
            </a:r>
          </a:p>
          <a:p>
            <a:pPr lvl="1"/>
            <a:r>
              <a:rPr lang="hr-HR" altLang="sr-Latn-RS" dirty="0"/>
              <a:t>Administratorski uvid u stanje hotela</a:t>
            </a:r>
          </a:p>
          <a:p>
            <a:pPr lvl="1"/>
            <a:endParaRPr lang="hr-HR" altLang="sr-Latn-R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24A85-3B76-EBCB-772E-CD8CF3165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9260" y="6501038"/>
            <a:ext cx="475056" cy="288000"/>
          </a:xfrm>
        </p:spPr>
        <p:txBody>
          <a:bodyPr/>
          <a:lstStyle/>
          <a:p>
            <a:fld id="{FAA41844-C0CA-4144-9D6C-D993F0C0FAB4}" type="slidenum">
              <a:rPr lang="hr-HR" smtClean="0"/>
              <a:pPr/>
              <a:t>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3940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9ACA-BB1B-CDA7-14C7-065532E8A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E260-23E3-4C90-59FE-D8A06EEB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FD684-3642-746A-7B37-133D9D46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noProof="0" dirty="0"/>
              <a:t>GLAVNI FUNKCIONALNI ZAHTJEVI:</a:t>
            </a:r>
          </a:p>
          <a:p>
            <a:r>
              <a:rPr lang="hr-HR" noProof="0" dirty="0"/>
              <a:t>Kreiranje </a:t>
            </a:r>
            <a:r>
              <a:rPr lang="hr-HR" noProof="0" dirty="0" err="1"/>
              <a:t>re</a:t>
            </a:r>
            <a:r>
              <a:rPr lang="hr-HR" dirty="0" err="1"/>
              <a:t>zervacija</a:t>
            </a:r>
            <a:r>
              <a:rPr lang="hr-HR" dirty="0"/>
              <a:t> soba i dodatnog sadržaja</a:t>
            </a:r>
          </a:p>
          <a:p>
            <a:r>
              <a:rPr lang="hr-HR" dirty="0"/>
              <a:t>Pregled rezervacija</a:t>
            </a:r>
          </a:p>
          <a:p>
            <a:r>
              <a:rPr lang="hr-HR" dirty="0"/>
              <a:t>Ocjenjivanje usluge hotela</a:t>
            </a:r>
          </a:p>
          <a:p>
            <a:r>
              <a:rPr lang="hr-HR" dirty="0"/>
              <a:t>Pregled statistike hotela</a:t>
            </a:r>
          </a:p>
          <a:p>
            <a:r>
              <a:rPr lang="hr-HR" dirty="0"/>
              <a:t>Administratorski uvid u stanje hotela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44E1F-F287-BFA8-EC4B-E267629D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85631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60936-D4F8-A66B-3066-72F0ED446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44BBF-7755-6A0F-84D8-A195FE2D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Pregled zahtjeva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BEAC3-8BB1-DDC3-A975-26A0A6591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dirty="0"/>
              <a:t>NE</a:t>
            </a:r>
            <a:r>
              <a:rPr lang="hr-HR" noProof="0" dirty="0"/>
              <a:t>FUNKCIONALNI ZAHTJEVI:</a:t>
            </a:r>
          </a:p>
          <a:p>
            <a:r>
              <a:rPr lang="hr-HR" noProof="0" dirty="0"/>
              <a:t>Ograničavanje pristupa korisnika nekim resursima</a:t>
            </a:r>
          </a:p>
          <a:p>
            <a:r>
              <a:rPr lang="hr-HR" dirty="0"/>
              <a:t>Podržavanje autentifikacije pomoću OAuth2 usluge</a:t>
            </a:r>
            <a:endParaRPr lang="hr-HR" noProof="0" dirty="0"/>
          </a:p>
          <a:p>
            <a:r>
              <a:rPr lang="hr-HR" dirty="0"/>
              <a:t>Ograničavanje usluga ovisno o njihovoj dostupnosti</a:t>
            </a:r>
          </a:p>
          <a:p>
            <a:r>
              <a:rPr lang="hr-HR" dirty="0"/>
              <a:t>Olakšano održavanje zbog dobre dokumentacije</a:t>
            </a:r>
          </a:p>
          <a:p>
            <a:endParaRPr lang="hr-H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2FC55-A65C-62C7-B832-93EB46587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6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912691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87A1F-BD47-A6FC-2854-BF560B6BC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6C83-A6D3-7E21-9E90-EFD3ABA5C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CBAF8-B414-DC77-9FB6-0A6F37E14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Dijagram visoke razine koji prikazuje glavne korisnike i njihove interakcije s aplikacijom.</a:t>
            </a:r>
          </a:p>
          <a:p>
            <a:r>
              <a:rPr lang="hr-HR" i="1" noProof="0" dirty="0"/>
              <a:t>Prema potrebi: Sekvencijski dijagram za ključne procese</a:t>
            </a:r>
            <a:r>
              <a:rPr lang="hr-HR" noProof="0" dirty="0"/>
              <a:t>.</a:t>
            </a:r>
          </a:p>
          <a:p>
            <a:pPr marL="0" indent="0">
              <a:buNone/>
            </a:pPr>
            <a:r>
              <a:rPr lang="hr-HR" noProof="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54B14-5CC2-ECA4-B34B-45F176BEA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7</a:t>
            </a:fld>
            <a:endParaRPr lang="hr-HR" dirty="0"/>
          </a:p>
        </p:txBody>
      </p:sp>
      <p:pic>
        <p:nvPicPr>
          <p:cNvPr id="2050" name="Picture 2" descr="Screenshot 2025-10-27 205523">
            <a:extLst>
              <a:ext uri="{FF2B5EF4-FFF2-40B4-BE49-F238E27FC236}">
                <a16:creationId xmlns:a16="http://schemas.microsoft.com/office/drawing/2014/main" id="{F2AE8B7E-C232-8CC6-10CA-C192860BF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6" y="1028812"/>
            <a:ext cx="9115425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46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DAAA-0511-DABF-1593-3C0E5B2A0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DA7B-7279-9021-098A-C4A36F6F0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noProof="0" dirty="0"/>
              <a:t>UML dijagram obrazaca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8C136-9977-18E4-08F1-219CB210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hr-HR" noProof="0" dirty="0"/>
          </a:p>
          <a:p>
            <a:pPr marL="0" indent="0">
              <a:buNone/>
            </a:pPr>
            <a:r>
              <a:rPr lang="hr-HR" noProof="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7BBAD-398B-A040-C3E1-7D1C295C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8</a:t>
            </a:fld>
            <a:endParaRPr lang="hr-HR" dirty="0"/>
          </a:p>
        </p:txBody>
      </p:sp>
      <p:pic>
        <p:nvPicPr>
          <p:cNvPr id="3074" name="Picture 2" descr="Screenshot 2025-10-26 210228">
            <a:extLst>
              <a:ext uri="{FF2B5EF4-FFF2-40B4-BE49-F238E27FC236}">
                <a16:creationId xmlns:a16="http://schemas.microsoft.com/office/drawing/2014/main" id="{6A5CE1F3-953A-EBFC-866B-67AC28722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" y="1028812"/>
            <a:ext cx="9115425" cy="528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0966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5956-D828-F97B-058C-0E05FDFEC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D52FE-1D09-EDEA-4A26-F96F22D3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BA47B-14CC-4A22-E4F4-4B7041395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i="1" noProof="0" dirty="0"/>
              <a:t>DIJAGRAM KOMPONENTI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35D10-07E2-F70D-57C0-721B8A17A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9</a:t>
            </a:fld>
            <a:endParaRPr lang="hr-HR" dirty="0"/>
          </a:p>
        </p:txBody>
      </p:sp>
      <p:pic>
        <p:nvPicPr>
          <p:cNvPr id="5122" name="Picture 2" descr="Component Diagram1">
            <a:extLst>
              <a:ext uri="{FF2B5EF4-FFF2-40B4-BE49-F238E27FC236}">
                <a16:creationId xmlns:a16="http://schemas.microsoft.com/office/drawing/2014/main" id="{858186E0-2C0A-770B-A583-B4C2A382B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42" y="1537235"/>
            <a:ext cx="7455713" cy="4899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263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AAAF-3FDB-E4BC-5C80-47480AE8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59E9-716D-4C24-41BF-BE1A665BF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248C6-089C-D976-C8DA-97C3F5BD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i="1" noProof="0" dirty="0"/>
              <a:t>SPRINGBOOT - CONTROLLER/SERVICE SLOJ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2D737-44E8-8FBE-FD56-575840546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10</a:t>
            </a:fld>
            <a:endParaRPr lang="hr-HR" dirty="0"/>
          </a:p>
        </p:txBody>
      </p:sp>
      <p:pic>
        <p:nvPicPr>
          <p:cNvPr id="6146" name="Picture 2" descr="Screenshot 2025-11-10 105844">
            <a:extLst>
              <a:ext uri="{FF2B5EF4-FFF2-40B4-BE49-F238E27FC236}">
                <a16:creationId xmlns:a16="http://schemas.microsoft.com/office/drawing/2014/main" id="{90EEADDC-F331-9439-AA9F-C318D87A4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51" y="1998443"/>
            <a:ext cx="8183096" cy="334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9571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8C3B-DA1A-F571-9417-E18FBEADA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C9F90-6B96-1C6C-2F31-E018AEAF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Arhitektura sustava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901AD-CD68-0FDA-B048-182B4BCF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r-HR" i="1" noProof="0" dirty="0"/>
              <a:t>SPRINGBOOT – MODEL SLOJ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13E36-9173-1A8B-88D0-B0138FBD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11</a:t>
            </a:fld>
            <a:endParaRPr lang="hr-H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055D3-2BAA-A6A3-F33E-F409DCDF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91" y="1632616"/>
            <a:ext cx="5817815" cy="501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45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43278-3D25-FEF7-4D6D-B4CA3FBE5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Ispitivanje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03D6B-82AC-E000-ED08-E246EC190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noProof="0" dirty="0"/>
              <a:t>Ispitivanje komponenti: </a:t>
            </a:r>
            <a:r>
              <a:rPr lang="hr-HR" noProof="0" dirty="0" err="1"/>
              <a:t>Junit</a:t>
            </a:r>
            <a:endParaRPr lang="hr-HR" noProof="0" dirty="0"/>
          </a:p>
          <a:p>
            <a:pPr lvl="1"/>
            <a:r>
              <a:rPr lang="hr-HR" dirty="0"/>
              <a:t>Nekoliko testova za svaki </a:t>
            </a:r>
            <a:r>
              <a:rPr lang="hr-HR" dirty="0" err="1"/>
              <a:t>service</a:t>
            </a:r>
            <a:r>
              <a:rPr lang="hr-HR" dirty="0"/>
              <a:t> (provjera </a:t>
            </a:r>
            <a:r>
              <a:rPr lang="hr-HR" dirty="0" err="1"/>
              <a:t>edge-caseva</a:t>
            </a:r>
            <a:r>
              <a:rPr lang="hr-HR" dirty="0"/>
              <a:t>)</a:t>
            </a:r>
            <a:endParaRPr lang="hr-HR" noProof="0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 noProof="0" dirty="0" err="1"/>
              <a:t>Ispitavanje</a:t>
            </a:r>
            <a:r>
              <a:rPr lang="hr-HR" noProof="0" dirty="0"/>
              <a:t> sustava: </a:t>
            </a:r>
            <a:r>
              <a:rPr lang="hr-HR" noProof="0" dirty="0" err="1"/>
              <a:t>Selenium</a:t>
            </a:r>
            <a:r>
              <a:rPr lang="hr-HR" noProof="0" dirty="0"/>
              <a:t> Web</a:t>
            </a:r>
          </a:p>
          <a:p>
            <a:pPr lvl="1"/>
            <a:r>
              <a:rPr lang="hr-HR" dirty="0"/>
              <a:t>Provjera rade li funkcionalnosti kad je cijeli sustav povezan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2A5A4-7F29-94F6-4C85-99B20512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12</a:t>
            </a:fld>
            <a:endParaRPr lang="hr-H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6E2C31-90EB-819A-7FBD-821CC1A56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286" y="1967755"/>
            <a:ext cx="5666414" cy="292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737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Korišteni alati i tehnologije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sz="2800" dirty="0"/>
              <a:t>Programski jezici</a:t>
            </a:r>
          </a:p>
          <a:p>
            <a:pPr lvl="1"/>
            <a:r>
              <a:rPr lang="hr-HR" sz="2400" dirty="0"/>
              <a:t>Java (verzija 22) – </a:t>
            </a:r>
            <a:r>
              <a:rPr lang="hr-HR" sz="2400" dirty="0" err="1"/>
              <a:t>backend</a:t>
            </a:r>
            <a:endParaRPr lang="hr-HR" sz="2400" dirty="0"/>
          </a:p>
          <a:p>
            <a:pPr lvl="1"/>
            <a:r>
              <a:rPr lang="hr-HR" sz="2400" dirty="0"/>
              <a:t>JavaScript (verzija 20.14) - </a:t>
            </a:r>
            <a:r>
              <a:rPr lang="hr-HR" sz="2400" dirty="0" err="1"/>
              <a:t>frontend</a:t>
            </a:r>
            <a:endParaRPr lang="hr-HR" sz="2400" dirty="0"/>
          </a:p>
          <a:p>
            <a:r>
              <a:rPr lang="hr-HR" sz="2800" dirty="0"/>
              <a:t>Radni okviri: </a:t>
            </a:r>
            <a:r>
              <a:rPr lang="hr-HR" sz="2800" dirty="0" err="1"/>
              <a:t>Spring</a:t>
            </a:r>
            <a:r>
              <a:rPr lang="hr-HR" sz="2800" dirty="0"/>
              <a:t> </a:t>
            </a:r>
            <a:r>
              <a:rPr lang="hr-HR" sz="2800" dirty="0" err="1"/>
              <a:t>Boot</a:t>
            </a:r>
            <a:r>
              <a:rPr lang="hr-HR" sz="2800" dirty="0"/>
              <a:t>, </a:t>
            </a:r>
            <a:r>
              <a:rPr lang="hr-HR" sz="2800" dirty="0" err="1"/>
              <a:t>React</a:t>
            </a:r>
            <a:r>
              <a:rPr lang="hr-HR" sz="2800" dirty="0"/>
              <a:t>, JPA</a:t>
            </a:r>
          </a:p>
          <a:p>
            <a:r>
              <a:rPr lang="hr-HR" sz="2800" dirty="0"/>
              <a:t>Baza podataka: </a:t>
            </a:r>
            <a:r>
              <a:rPr lang="hr-HR" sz="2800" dirty="0" err="1"/>
              <a:t>PostgreSQL</a:t>
            </a:r>
            <a:r>
              <a:rPr lang="hr-HR" sz="2800" dirty="0"/>
              <a:t> (verzija 16)</a:t>
            </a:r>
          </a:p>
          <a:p>
            <a:r>
              <a:rPr lang="hr-HR" sz="2800" dirty="0"/>
              <a:t>Razvojni alati: </a:t>
            </a:r>
            <a:r>
              <a:rPr lang="hr-HR" sz="2800" dirty="0" err="1"/>
              <a:t>Intellij</a:t>
            </a:r>
            <a:r>
              <a:rPr lang="hr-HR" sz="2800" dirty="0"/>
              <a:t>, </a:t>
            </a:r>
            <a:r>
              <a:rPr lang="hr-HR" sz="2800" dirty="0" err="1"/>
              <a:t>Visual</a:t>
            </a:r>
            <a:r>
              <a:rPr lang="hr-HR" sz="2800" dirty="0"/>
              <a:t> Studio </a:t>
            </a:r>
            <a:r>
              <a:rPr lang="hr-HR" sz="2800" dirty="0" err="1"/>
              <a:t>Code</a:t>
            </a:r>
            <a:r>
              <a:rPr lang="hr-HR" sz="2800" dirty="0"/>
              <a:t>, </a:t>
            </a:r>
            <a:r>
              <a:rPr lang="hr-HR" sz="2800" dirty="0" err="1"/>
              <a:t>Git</a:t>
            </a:r>
            <a:endParaRPr lang="hr-HR" sz="2800" dirty="0"/>
          </a:p>
          <a:p>
            <a:r>
              <a:rPr lang="hr-HR" sz="2800" dirty="0"/>
              <a:t>Alati za ispitivanje: </a:t>
            </a:r>
            <a:r>
              <a:rPr lang="hr-HR" sz="2800" dirty="0" err="1"/>
              <a:t>Selenium</a:t>
            </a:r>
            <a:endParaRPr lang="hr-HR" sz="2800" dirty="0"/>
          </a:p>
          <a:p>
            <a:r>
              <a:rPr lang="hr-HR" sz="2800" dirty="0"/>
              <a:t>Puštanje aplikacije u pogon: </a:t>
            </a:r>
            <a:r>
              <a:rPr lang="hr-HR" sz="2800" dirty="0" err="1"/>
              <a:t>plaforma</a:t>
            </a:r>
            <a:r>
              <a:rPr lang="hr-HR" sz="2800" dirty="0"/>
              <a:t> </a:t>
            </a:r>
            <a:r>
              <a:rPr lang="hr-HR" sz="2800" dirty="0" err="1"/>
              <a:t>Render</a:t>
            </a:r>
            <a:endParaRPr lang="hr-HR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13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389772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96EA6-0DC8-EC1E-970A-661622DFC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0394A-2B1F-4B54-6C48-047568759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C642100-A8C0-2BA8-00CE-67E0D481CE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080058"/>
              </p:ext>
            </p:extLst>
          </p:nvPr>
        </p:nvGraphicFramePr>
        <p:xfrm>
          <a:off x="71438" y="971550"/>
          <a:ext cx="9001125" cy="5559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1694780870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3238740329"/>
                    </a:ext>
                  </a:extLst>
                </a:gridCol>
                <a:gridCol w="3000375">
                  <a:extLst>
                    <a:ext uri="{9D8B030D-6E8A-4147-A177-3AD203B41FA5}">
                      <a16:colId xmlns:a16="http://schemas.microsoft.com/office/drawing/2014/main" val="4042228675"/>
                    </a:ext>
                  </a:extLst>
                </a:gridCol>
              </a:tblGrid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800" dirty="0"/>
                        <a:t>IME OSOBE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800" dirty="0"/>
                        <a:t>ZADATCI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800" dirty="0"/>
                        <a:t>ULOŽENO SATI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93056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Roko Tojčić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1800" dirty="0"/>
                        <a:t>Baze, </a:t>
                      </a:r>
                      <a:r>
                        <a:rPr lang="hr-HR" sz="1800" dirty="0" err="1"/>
                        <a:t>Backend</a:t>
                      </a:r>
                      <a:r>
                        <a:rPr lang="hr-HR" sz="1800" dirty="0"/>
                        <a:t>, Dokumentacija, </a:t>
                      </a:r>
                      <a:r>
                        <a:rPr lang="hr-HR" sz="1800" dirty="0" err="1"/>
                        <a:t>Deployment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86h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834210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Nino </a:t>
                      </a:r>
                      <a:r>
                        <a:rPr lang="hr-HR" sz="2000" dirty="0" err="1"/>
                        <a:t>Ljubas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Baze, </a:t>
                      </a:r>
                      <a:r>
                        <a:rPr lang="hr-HR" sz="2000" dirty="0" err="1"/>
                        <a:t>Backend</a:t>
                      </a:r>
                      <a:r>
                        <a:rPr lang="hr-HR" sz="2000" dirty="0"/>
                        <a:t>, Dokumentacija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78h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548433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Luka </a:t>
                      </a:r>
                      <a:r>
                        <a:rPr lang="hr-HR" sz="2000" dirty="0" err="1"/>
                        <a:t>Omrčen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 err="1"/>
                        <a:t>Backend</a:t>
                      </a:r>
                      <a:r>
                        <a:rPr lang="hr-HR" sz="2000" dirty="0"/>
                        <a:t>, Dokumentacija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40h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5079974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Andrija Rebić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 err="1"/>
                        <a:t>Frontend</a:t>
                      </a:r>
                      <a:r>
                        <a:rPr lang="hr-HR" sz="2000" dirty="0"/>
                        <a:t>, Dokumentacija, Ispitivanje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71h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8227244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Gracia </a:t>
                      </a:r>
                      <a:r>
                        <a:rPr lang="hr-HR" sz="2000" dirty="0" err="1"/>
                        <a:t>Hlobik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 err="1"/>
                        <a:t>Frontend</a:t>
                      </a:r>
                      <a:r>
                        <a:rPr lang="hr-HR" sz="2000" dirty="0"/>
                        <a:t>, Dokumentacija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57h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073259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Leona Križanac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 err="1"/>
                        <a:t>Backend</a:t>
                      </a:r>
                      <a:r>
                        <a:rPr lang="hr-HR" sz="2000" dirty="0"/>
                        <a:t>, Dokumentacija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50h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396074"/>
                  </a:ext>
                </a:extLst>
              </a:tr>
              <a:tr h="691186"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Leni Bosnić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 err="1"/>
                        <a:t>Backend</a:t>
                      </a:r>
                      <a:r>
                        <a:rPr lang="hr-HR" sz="2000" dirty="0"/>
                        <a:t>, Dokumentacija, Ispitivanje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r-HR" sz="2000" dirty="0"/>
                        <a:t>22h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41334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560D8-A9E5-0984-D8D3-D902C653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805515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2EC8-1115-8E27-8F0E-857A0706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4E49-9356-4758-E81A-3857FCFB9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4CD10A-79A5-306E-DDCB-55F5F5BEB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15</a:t>
            </a:fld>
            <a:endParaRPr lang="hr-HR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790E37-EB56-ADE8-792C-F037C3D1A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7059633"/>
              </p:ext>
            </p:extLst>
          </p:nvPr>
        </p:nvGraphicFramePr>
        <p:xfrm>
          <a:off x="71438" y="971550"/>
          <a:ext cx="9001125" cy="540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073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BC574-2184-E232-C390-B5556B9A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61398-E7C8-CE3D-16A2-B7712145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Organizacija rada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CFEFD-53CB-5AD2-6B0C-B4C33844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16</a:t>
            </a:fld>
            <a:endParaRPr lang="hr-HR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1C7C8D68-38FE-9F27-AFB0-FC80C79F63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468054"/>
              </p:ext>
            </p:extLst>
          </p:nvPr>
        </p:nvGraphicFramePr>
        <p:xfrm>
          <a:off x="71438" y="971550"/>
          <a:ext cx="9001125" cy="5400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176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noProof="0" dirty="0"/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err="1"/>
              <a:t>Ključne</a:t>
            </a:r>
            <a:r>
              <a:rPr lang="en-US" b="1" dirty="0"/>
              <a:t> </a:t>
            </a:r>
            <a:r>
              <a:rPr lang="en-US" b="1" dirty="0" err="1"/>
              <a:t>spoznaje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naučene</a:t>
            </a:r>
            <a:r>
              <a:rPr lang="en-US" b="1" dirty="0"/>
              <a:t> </a:t>
            </a:r>
            <a:r>
              <a:rPr lang="en-US" b="1" dirty="0" err="1"/>
              <a:t>lekcije</a:t>
            </a:r>
            <a:endParaRPr lang="en-US" b="1" dirty="0"/>
          </a:p>
          <a:p>
            <a:pPr lvl="1"/>
            <a:r>
              <a:rPr lang="en-US" b="1" dirty="0" err="1"/>
              <a:t>Tehnička</a:t>
            </a:r>
            <a:r>
              <a:rPr lang="en-US" b="1" dirty="0"/>
              <a:t> </a:t>
            </a:r>
            <a:r>
              <a:rPr lang="en-US" b="1" dirty="0" err="1"/>
              <a:t>integracija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sigurnost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Savladali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povezivanje</a:t>
            </a:r>
            <a:r>
              <a:rPr lang="en-US" dirty="0"/>
              <a:t> Spring Boot </a:t>
            </a:r>
            <a:r>
              <a:rPr lang="en-US" dirty="0" err="1"/>
              <a:t>backenda</a:t>
            </a:r>
            <a:r>
              <a:rPr lang="en-US" dirty="0"/>
              <a:t> s </a:t>
            </a:r>
            <a:r>
              <a:rPr lang="en-US" dirty="0" err="1"/>
              <a:t>frontendom</a:t>
            </a:r>
            <a:r>
              <a:rPr lang="en-US" dirty="0"/>
              <a:t>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b="1" dirty="0"/>
              <a:t>OAuth2</a:t>
            </a:r>
            <a:r>
              <a:rPr lang="en-US" dirty="0"/>
              <a:t>. </a:t>
            </a:r>
            <a:r>
              <a:rPr lang="en-US" dirty="0" err="1"/>
              <a:t>Rješavanje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s </a:t>
            </a:r>
            <a:r>
              <a:rPr lang="en-US" b="1" dirty="0"/>
              <a:t>CORS-om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b="1" dirty="0" err="1"/>
              <a:t>SameSite</a:t>
            </a:r>
            <a:r>
              <a:rPr lang="en-US" dirty="0"/>
              <a:t> </a:t>
            </a:r>
            <a:r>
              <a:rPr lang="en-US" dirty="0" err="1"/>
              <a:t>kolačićima</a:t>
            </a:r>
            <a:r>
              <a:rPr lang="en-US" dirty="0"/>
              <a:t> dalo </a:t>
            </a:r>
            <a:r>
              <a:rPr lang="en-US" dirty="0" err="1"/>
              <a:t>nam</a:t>
            </a:r>
            <a:r>
              <a:rPr lang="en-US" dirty="0"/>
              <a:t> je </a:t>
            </a:r>
            <a:r>
              <a:rPr lang="en-US" dirty="0" err="1"/>
              <a:t>praktično</a:t>
            </a:r>
            <a:r>
              <a:rPr lang="en-US" dirty="0"/>
              <a:t> </a:t>
            </a:r>
            <a:r>
              <a:rPr lang="en-US" dirty="0" err="1"/>
              <a:t>znanje</a:t>
            </a:r>
            <a:r>
              <a:rPr lang="en-US" dirty="0"/>
              <a:t> o </a:t>
            </a:r>
            <a:r>
              <a:rPr lang="en-US" dirty="0" err="1"/>
              <a:t>sigurnosti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nadilazi</a:t>
            </a:r>
            <a:r>
              <a:rPr lang="en-US" dirty="0"/>
              <a:t> </a:t>
            </a:r>
            <a:r>
              <a:rPr lang="en-US" dirty="0" err="1"/>
              <a:t>samu</a:t>
            </a:r>
            <a:r>
              <a:rPr lang="en-US" dirty="0"/>
              <a:t> </a:t>
            </a:r>
            <a:r>
              <a:rPr lang="en-US" dirty="0" err="1"/>
              <a:t>teoriju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Arhitektura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UML:</a:t>
            </a:r>
            <a:r>
              <a:rPr lang="en-US" dirty="0"/>
              <a:t> </a:t>
            </a:r>
            <a:r>
              <a:rPr lang="en-US" dirty="0" err="1"/>
              <a:t>Shvatili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b="1" dirty="0"/>
              <a:t>UML </a:t>
            </a:r>
            <a:r>
              <a:rPr lang="en-US" b="1" dirty="0" err="1"/>
              <a:t>dijagrami</a:t>
            </a:r>
            <a:r>
              <a:rPr lang="en-US" dirty="0"/>
              <a:t> (</a:t>
            </a:r>
            <a:r>
              <a:rPr lang="en-US" dirty="0" err="1"/>
              <a:t>razreda</a:t>
            </a:r>
            <a:r>
              <a:rPr lang="en-US" dirty="0"/>
              <a:t>, </a:t>
            </a:r>
            <a:r>
              <a:rPr lang="en-US" dirty="0" err="1"/>
              <a:t>sekvenci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) </a:t>
            </a:r>
            <a:r>
              <a:rPr lang="en-US" dirty="0" err="1"/>
              <a:t>nužan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za </a:t>
            </a:r>
            <a:r>
              <a:rPr lang="en-US" dirty="0" err="1"/>
              <a:t>planiranje</a:t>
            </a:r>
            <a:r>
              <a:rPr lang="en-US" dirty="0"/>
              <a:t> </a:t>
            </a:r>
            <a:r>
              <a:rPr lang="en-US" dirty="0" err="1"/>
              <a:t>logike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komunikaciju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tima</a:t>
            </a:r>
            <a:r>
              <a:rPr lang="en-US" dirty="0"/>
              <a:t>, a ne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administrativna</a:t>
            </a:r>
            <a:r>
              <a:rPr lang="en-US" dirty="0"/>
              <a:t> </a:t>
            </a:r>
            <a:r>
              <a:rPr lang="en-US" dirty="0" err="1"/>
              <a:t>obveza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Git-flow </a:t>
            </a:r>
            <a:r>
              <a:rPr lang="en-US" b="1" dirty="0" err="1"/>
              <a:t>disciplina</a:t>
            </a:r>
            <a:r>
              <a:rPr lang="en-US" b="1" dirty="0"/>
              <a:t>:</a:t>
            </a:r>
            <a:r>
              <a:rPr lang="en-US" dirty="0"/>
              <a:t> Rad u </a:t>
            </a:r>
            <a:r>
              <a:rPr lang="en-US" dirty="0" err="1"/>
              <a:t>timu</a:t>
            </a:r>
            <a:r>
              <a:rPr lang="en-US" dirty="0"/>
              <a:t> od 7 </a:t>
            </a:r>
            <a:r>
              <a:rPr lang="en-US" dirty="0" err="1"/>
              <a:t>ljudi</a:t>
            </a:r>
            <a:r>
              <a:rPr lang="en-US" dirty="0"/>
              <a:t> </a:t>
            </a:r>
            <a:r>
              <a:rPr lang="en-US" dirty="0" err="1"/>
              <a:t>naučio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je </a:t>
            </a:r>
            <a:r>
              <a:rPr lang="en-US" dirty="0" err="1"/>
              <a:t>važnosti</a:t>
            </a:r>
            <a:r>
              <a:rPr lang="en-US" dirty="0"/>
              <a:t> </a:t>
            </a:r>
            <a:r>
              <a:rPr lang="en-US" dirty="0" err="1"/>
              <a:t>stroge</a:t>
            </a:r>
            <a:r>
              <a:rPr lang="en-US" dirty="0"/>
              <a:t> </a:t>
            </a:r>
            <a:r>
              <a:rPr lang="en-US" dirty="0" err="1"/>
              <a:t>kontrole</a:t>
            </a:r>
            <a:r>
              <a:rPr lang="en-US" dirty="0"/>
              <a:t> </a:t>
            </a:r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b="1" dirty="0" err="1"/>
              <a:t>GitHubu</a:t>
            </a:r>
            <a:r>
              <a:rPr lang="en-US" dirty="0"/>
              <a:t>. </a:t>
            </a:r>
            <a:r>
              <a:rPr lang="en-US" dirty="0" err="1"/>
              <a:t>Savladali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granama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rješavanje</a:t>
            </a:r>
            <a:r>
              <a:rPr lang="en-US" dirty="0"/>
              <a:t> </a:t>
            </a:r>
            <a:r>
              <a:rPr lang="en-US" dirty="0" err="1"/>
              <a:t>konflikata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temelj</a:t>
            </a:r>
            <a:r>
              <a:rPr lang="en-US" dirty="0"/>
              <a:t> </a:t>
            </a:r>
            <a:r>
              <a:rPr lang="en-US" dirty="0" err="1"/>
              <a:t>profesionalnog</a:t>
            </a:r>
            <a:r>
              <a:rPr lang="en-US" dirty="0"/>
              <a:t> rada.</a:t>
            </a:r>
          </a:p>
          <a:p>
            <a:pPr lvl="1"/>
            <a:r>
              <a:rPr lang="en-US" b="1" dirty="0" err="1"/>
              <a:t>Inženjerski</a:t>
            </a:r>
            <a:r>
              <a:rPr lang="en-US" b="1" dirty="0"/>
              <a:t> </a:t>
            </a:r>
            <a:r>
              <a:rPr lang="en-US" b="1" dirty="0" err="1"/>
              <a:t>kompromisi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iterativne</a:t>
            </a:r>
            <a:r>
              <a:rPr lang="en-US" dirty="0"/>
              <a:t> </a:t>
            </a:r>
            <a:r>
              <a:rPr lang="en-US" dirty="0" err="1"/>
              <a:t>isporuke</a:t>
            </a:r>
            <a:r>
              <a:rPr lang="en-US" dirty="0"/>
              <a:t> </a:t>
            </a:r>
            <a:r>
              <a:rPr lang="en-US" dirty="0" err="1"/>
              <a:t>naučili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donositi</a:t>
            </a:r>
            <a:r>
              <a:rPr lang="en-US" dirty="0"/>
              <a:t> </a:t>
            </a:r>
            <a:r>
              <a:rPr lang="en-US" dirty="0" err="1"/>
              <a:t>teške</a:t>
            </a:r>
            <a:r>
              <a:rPr lang="en-US" dirty="0"/>
              <a:t> </a:t>
            </a:r>
            <a:r>
              <a:rPr lang="en-US" b="1" dirty="0"/>
              <a:t>"trade-off"</a:t>
            </a:r>
            <a:r>
              <a:rPr lang="en-US" dirty="0"/>
              <a:t> </a:t>
            </a:r>
            <a:r>
              <a:rPr lang="en-US" dirty="0" err="1"/>
              <a:t>odluke</a:t>
            </a:r>
            <a:r>
              <a:rPr lang="en-US" dirty="0"/>
              <a:t>—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prioritete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isporučiti</a:t>
            </a:r>
            <a:r>
              <a:rPr lang="en-US" dirty="0"/>
              <a:t> </a:t>
            </a:r>
            <a:r>
              <a:rPr lang="en-US" dirty="0" err="1"/>
              <a:t>stabilan</a:t>
            </a:r>
            <a:r>
              <a:rPr lang="en-US" dirty="0"/>
              <a:t> </a:t>
            </a:r>
            <a:r>
              <a:rPr lang="en-US" dirty="0" err="1"/>
              <a:t>sustav</a:t>
            </a:r>
            <a:r>
              <a:rPr lang="en-US" dirty="0"/>
              <a:t>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zadanih</a:t>
            </a:r>
            <a:r>
              <a:rPr lang="en-US" dirty="0"/>
              <a:t> </a:t>
            </a:r>
            <a:r>
              <a:rPr lang="en-US" dirty="0" err="1"/>
              <a:t>rokova</a:t>
            </a:r>
            <a:r>
              <a:rPr lang="en-US" dirty="0"/>
              <a:t>.</a:t>
            </a:r>
          </a:p>
          <a:p>
            <a:pPr lvl="1"/>
            <a:r>
              <a:rPr lang="en-US" b="1" dirty="0" err="1"/>
              <a:t>Timski</a:t>
            </a:r>
            <a:r>
              <a:rPr lang="en-US" b="1" dirty="0"/>
              <a:t> rad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etika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Primijenili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b="1" dirty="0" err="1"/>
              <a:t>Etički</a:t>
            </a:r>
            <a:r>
              <a:rPr lang="en-US" b="1" dirty="0"/>
              <a:t> </a:t>
            </a:r>
            <a:r>
              <a:rPr lang="en-US" b="1" dirty="0" err="1"/>
              <a:t>kodeks</a:t>
            </a:r>
            <a:r>
              <a:rPr lang="en-US" b="1" dirty="0"/>
              <a:t> </a:t>
            </a:r>
            <a:r>
              <a:rPr lang="en-US" b="1" dirty="0" err="1"/>
              <a:t>programskog</a:t>
            </a:r>
            <a:r>
              <a:rPr lang="en-US" b="1" dirty="0"/>
              <a:t> </a:t>
            </a:r>
            <a:r>
              <a:rPr lang="en-US" b="1" dirty="0" err="1"/>
              <a:t>inženjerstva</a:t>
            </a:r>
            <a:r>
              <a:rPr lang="en-US" dirty="0"/>
              <a:t>, </a:t>
            </a:r>
            <a:r>
              <a:rPr lang="en-US" dirty="0" err="1"/>
              <a:t>učeći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preuzeti</a:t>
            </a:r>
            <a:r>
              <a:rPr lang="en-US" dirty="0"/>
              <a:t> </a:t>
            </a:r>
            <a:r>
              <a:rPr lang="en-US" dirty="0" err="1"/>
              <a:t>odgovornost</a:t>
            </a:r>
            <a:r>
              <a:rPr lang="en-US" dirty="0"/>
              <a:t> za </a:t>
            </a:r>
            <a:r>
              <a:rPr lang="en-US" dirty="0" err="1"/>
              <a:t>vlastite</a:t>
            </a:r>
            <a:r>
              <a:rPr lang="en-US" dirty="0"/>
              <a:t> </a:t>
            </a:r>
            <a:r>
              <a:rPr lang="en-US" dirty="0" err="1"/>
              <a:t>zadatke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konstruktivno</a:t>
            </a:r>
            <a:r>
              <a:rPr lang="en-US" dirty="0"/>
              <a:t> </a:t>
            </a:r>
            <a:r>
              <a:rPr lang="en-US" dirty="0" err="1"/>
              <a:t>rješavati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u </a:t>
            </a:r>
            <a:r>
              <a:rPr lang="en-US" dirty="0" err="1"/>
              <a:t>timskoj</a:t>
            </a:r>
            <a:r>
              <a:rPr lang="en-US" dirty="0"/>
              <a:t> </a:t>
            </a:r>
            <a:r>
              <a:rPr lang="en-US" dirty="0" err="1"/>
              <a:t>dinamici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Deployment:</a:t>
            </a:r>
            <a:r>
              <a:rPr lang="en-US" dirty="0"/>
              <a:t> </a:t>
            </a:r>
            <a:r>
              <a:rPr lang="en-US" dirty="0" err="1"/>
              <a:t>Izašli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okvira</a:t>
            </a:r>
            <a:r>
              <a:rPr lang="en-US" dirty="0"/>
              <a:t> "</a:t>
            </a:r>
            <a:r>
              <a:rPr lang="en-US" dirty="0" err="1"/>
              <a:t>radi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mene</a:t>
            </a:r>
            <a:r>
              <a:rPr lang="en-US" dirty="0"/>
              <a:t>"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uspješno</a:t>
            </a:r>
            <a:r>
              <a:rPr lang="en-US" dirty="0"/>
              <a:t> </a:t>
            </a:r>
            <a:r>
              <a:rPr lang="en-US" dirty="0" err="1"/>
              <a:t>postavili</a:t>
            </a:r>
            <a:r>
              <a:rPr lang="en-US" dirty="0"/>
              <a:t> </a:t>
            </a:r>
            <a:r>
              <a:rPr lang="en-US" dirty="0" err="1"/>
              <a:t>aplikaciju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javni</a:t>
            </a:r>
            <a:r>
              <a:rPr lang="en-US" dirty="0"/>
              <a:t> </a:t>
            </a:r>
            <a:r>
              <a:rPr lang="en-US" dirty="0" err="1"/>
              <a:t>poslužitelj</a:t>
            </a:r>
            <a:r>
              <a:rPr lang="en-US" dirty="0"/>
              <a:t> (</a:t>
            </a:r>
            <a:r>
              <a:rPr lang="en-US" b="1" dirty="0"/>
              <a:t>Render</a:t>
            </a:r>
            <a:r>
              <a:rPr lang="en-US" dirty="0"/>
              <a:t>) </a:t>
            </a:r>
            <a:r>
              <a:rPr lang="en-US" dirty="0" err="1"/>
              <a:t>uz</a:t>
            </a:r>
            <a:r>
              <a:rPr lang="en-US" dirty="0"/>
              <a:t> </a:t>
            </a:r>
            <a:r>
              <a:rPr lang="en-US" dirty="0" err="1"/>
              <a:t>ispravnu</a:t>
            </a:r>
            <a:r>
              <a:rPr lang="en-US" dirty="0"/>
              <a:t> </a:t>
            </a:r>
            <a:r>
              <a:rPr lang="en-US" dirty="0" err="1"/>
              <a:t>konfiguraciju</a:t>
            </a:r>
            <a:r>
              <a:rPr lang="en-US" dirty="0"/>
              <a:t> </a:t>
            </a:r>
            <a:r>
              <a:rPr lang="en-US" dirty="0" err="1"/>
              <a:t>okolišnih</a:t>
            </a:r>
            <a:r>
              <a:rPr lang="en-US" dirty="0"/>
              <a:t> </a:t>
            </a:r>
            <a:r>
              <a:rPr lang="en-US" dirty="0" err="1"/>
              <a:t>varijabli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baze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oblaku</a:t>
            </a:r>
            <a:r>
              <a:rPr lang="en-US" dirty="0"/>
              <a:t>.</a:t>
            </a:r>
          </a:p>
          <a:p>
            <a:pPr marL="144000" lvl="1" indent="0">
              <a:buNone/>
            </a:pPr>
            <a:endParaRPr lang="hr-H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A41844-C0CA-4144-9D6C-D993F0C0FAB4}" type="slidenum">
              <a:rPr lang="hr-HR" smtClean="0"/>
              <a:t>17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48259320"/>
      </p:ext>
    </p:extLst>
  </p:cSld>
  <p:clrMapOvr>
    <a:masterClrMapping/>
  </p:clrMapOvr>
</p:sld>
</file>

<file path=ppt/theme/theme1.xml><?xml version="1.0" encoding="utf-8"?>
<a:theme xmlns:a="http://schemas.openxmlformats.org/drawingml/2006/main" name="PROGI-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GI-template.potm" id="{58E78474-FDB4-4359-98C4-259EEF8E4D43}" vid="{A98D19B1-8675-4930-BF13-63F2BBFA5E37}"/>
    </a:ext>
  </a:extLst>
</a:theme>
</file>

<file path=ppt/theme/theme2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01_Uvod_19-1</Template>
  <TotalTime>1333</TotalTime>
  <Words>679</Words>
  <Application>Microsoft Office PowerPoint</Application>
  <PresentationFormat>On-screen Show (4:3)</PresentationFormat>
  <Paragraphs>159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ＭＳ Ｐゴシック</vt:lpstr>
      <vt:lpstr>Arial</vt:lpstr>
      <vt:lpstr>Calibri</vt:lpstr>
      <vt:lpstr>Century Gothic</vt:lpstr>
      <vt:lpstr>Courier New</vt:lpstr>
      <vt:lpstr>Franklin Gothic Book</vt:lpstr>
      <vt:lpstr>Franklin Gothic Demi</vt:lpstr>
      <vt:lpstr>Franklin Gothic Medium</vt:lpstr>
      <vt:lpstr>Tahoma</vt:lpstr>
      <vt:lpstr>Times New Roman</vt:lpstr>
      <vt:lpstr>Wingdings</vt:lpstr>
      <vt:lpstr>Wingdings 2</vt:lpstr>
      <vt:lpstr>PROGI-template</vt:lpstr>
      <vt:lpstr>DividendVTI</vt:lpstr>
      <vt:lpstr>MODRILLA</vt:lpstr>
      <vt:lpstr>Sadržaj</vt:lpstr>
      <vt:lpstr>Tko je Julius meinl</vt:lpstr>
      <vt:lpstr>O projektu</vt:lpstr>
      <vt:lpstr>Pregled zahtjeva</vt:lpstr>
      <vt:lpstr>Pregled zahtjeva</vt:lpstr>
      <vt:lpstr>UML dijagram obrazaca uporabe</vt:lpstr>
      <vt:lpstr>UML dijagram obrazaca uporabe</vt:lpstr>
      <vt:lpstr>Arhitektura sustava</vt:lpstr>
      <vt:lpstr>Arhitektura sustava</vt:lpstr>
      <vt:lpstr>Arhitektura sustava</vt:lpstr>
      <vt:lpstr>Ispitivanje</vt:lpstr>
      <vt:lpstr>Korišteni alati i tehnologije</vt:lpstr>
      <vt:lpstr>Organizacija rada</vt:lpstr>
      <vt:lpstr>Organizacija rada</vt:lpstr>
      <vt:lpstr>Organizacija rada</vt:lpstr>
      <vt:lpstr>Zaključak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&lt;Naziv projekta&gt;</dc:title>
  <dc:creator>nfrid</dc:creator>
  <cp:lastModifiedBy>Roko Tojčić</cp:lastModifiedBy>
  <cp:revision>20</cp:revision>
  <dcterms:created xsi:type="dcterms:W3CDTF">2016-01-18T13:10:52Z</dcterms:created>
  <dcterms:modified xsi:type="dcterms:W3CDTF">2026-01-23T22:57:54Z</dcterms:modified>
</cp:coreProperties>
</file>